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y="5143500" cx="9144000"/>
  <p:notesSz cx="6858000" cy="9144000"/>
  <p:embeddedFontLst>
    <p:embeddedFont>
      <p:font typeface="Comfortaa SemiBold"/>
      <p:regular r:id="rId28"/>
      <p:bold r:id="rId29"/>
    </p:embeddedFont>
    <p:embeddedFont>
      <p:font typeface="Montserrat"/>
      <p:regular r:id="rId30"/>
      <p:bold r:id="rId31"/>
      <p:italic r:id="rId32"/>
      <p:boldItalic r:id="rId33"/>
    </p:embeddedFont>
    <p:embeddedFont>
      <p:font typeface="Lato"/>
      <p:regular r:id="rId34"/>
      <p:bold r:id="rId35"/>
      <p:italic r:id="rId36"/>
      <p:boldItalic r:id="rId37"/>
    </p:embeddedFont>
    <p:embeddedFont>
      <p:font typeface="Lato Black"/>
      <p:bold r:id="rId38"/>
      <p:boldItalic r:id="rId3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3.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ComfortaaSemiBold-regular.fntdata"/><Relationship Id="rId27" Type="http://schemas.openxmlformats.org/officeDocument/2006/relationships/slide" Target="slides/slide21.xml"/><Relationship Id="rId5" Type="http://schemas.openxmlformats.org/officeDocument/2006/relationships/slideMaster" Target="slideMasters/slideMaster2.xml"/><Relationship Id="rId6" Type="http://schemas.openxmlformats.org/officeDocument/2006/relationships/notesMaster" Target="notesMasters/notesMaster1.xml"/><Relationship Id="rId29" Type="http://schemas.openxmlformats.org/officeDocument/2006/relationships/font" Target="fonts/ComfortaaSemiBold-bold.fntdata"/><Relationship Id="rId7" Type="http://schemas.openxmlformats.org/officeDocument/2006/relationships/slide" Target="slides/slide1.xml"/><Relationship Id="rId8" Type="http://schemas.openxmlformats.org/officeDocument/2006/relationships/slide" Target="slides/slide2.xml"/><Relationship Id="rId31" Type="http://schemas.openxmlformats.org/officeDocument/2006/relationships/font" Target="fonts/Montserrat-bold.fntdata"/><Relationship Id="rId30" Type="http://schemas.openxmlformats.org/officeDocument/2006/relationships/font" Target="fonts/Montserrat-regular.fntdata"/><Relationship Id="rId11" Type="http://schemas.openxmlformats.org/officeDocument/2006/relationships/slide" Target="slides/slide5.xml"/><Relationship Id="rId33" Type="http://schemas.openxmlformats.org/officeDocument/2006/relationships/font" Target="fonts/Montserrat-boldItalic.fntdata"/><Relationship Id="rId10" Type="http://schemas.openxmlformats.org/officeDocument/2006/relationships/slide" Target="slides/slide4.xml"/><Relationship Id="rId32" Type="http://schemas.openxmlformats.org/officeDocument/2006/relationships/font" Target="fonts/Montserrat-italic.fntdata"/><Relationship Id="rId13" Type="http://schemas.openxmlformats.org/officeDocument/2006/relationships/slide" Target="slides/slide7.xml"/><Relationship Id="rId35" Type="http://schemas.openxmlformats.org/officeDocument/2006/relationships/font" Target="fonts/Lato-bold.fntdata"/><Relationship Id="rId12" Type="http://schemas.openxmlformats.org/officeDocument/2006/relationships/slide" Target="slides/slide6.xml"/><Relationship Id="rId34" Type="http://schemas.openxmlformats.org/officeDocument/2006/relationships/font" Target="fonts/Lato-regular.fntdata"/><Relationship Id="rId15" Type="http://schemas.openxmlformats.org/officeDocument/2006/relationships/slide" Target="slides/slide9.xml"/><Relationship Id="rId37" Type="http://schemas.openxmlformats.org/officeDocument/2006/relationships/font" Target="fonts/Lato-boldItalic.fntdata"/><Relationship Id="rId14" Type="http://schemas.openxmlformats.org/officeDocument/2006/relationships/slide" Target="slides/slide8.xml"/><Relationship Id="rId36" Type="http://schemas.openxmlformats.org/officeDocument/2006/relationships/font" Target="fonts/Lato-italic.fntdata"/><Relationship Id="rId17" Type="http://schemas.openxmlformats.org/officeDocument/2006/relationships/slide" Target="slides/slide11.xml"/><Relationship Id="rId39" Type="http://schemas.openxmlformats.org/officeDocument/2006/relationships/font" Target="fonts/LatoBlack-boldItalic.fntdata"/><Relationship Id="rId16" Type="http://schemas.openxmlformats.org/officeDocument/2006/relationships/slide" Target="slides/slide10.xml"/><Relationship Id="rId38" Type="http://schemas.openxmlformats.org/officeDocument/2006/relationships/font" Target="fonts/LatoBlack-bold.fntdata"/><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5" name="Shape 175"/>
        <p:cNvGrpSpPr/>
        <p:nvPr/>
      </p:nvGrpSpPr>
      <p:grpSpPr>
        <a:xfrm>
          <a:off x="0" y="0"/>
          <a:ext cx="0" cy="0"/>
          <a:chOff x="0" y="0"/>
          <a:chExt cx="0" cy="0"/>
        </a:xfrm>
      </p:grpSpPr>
      <p:sp>
        <p:nvSpPr>
          <p:cNvPr id="176" name="Google Shape;176;gdb203915ff_3_12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77" name="Google Shape;177;gdb203915ff_3_1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4" name="Shape 184"/>
        <p:cNvGrpSpPr/>
        <p:nvPr/>
      </p:nvGrpSpPr>
      <p:grpSpPr>
        <a:xfrm>
          <a:off x="0" y="0"/>
          <a:ext cx="0" cy="0"/>
          <a:chOff x="0" y="0"/>
          <a:chExt cx="0" cy="0"/>
        </a:xfrm>
      </p:grpSpPr>
      <p:sp>
        <p:nvSpPr>
          <p:cNvPr id="185" name="Google Shape;185;gdb203915ff_3_13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86" name="Google Shape;186;gdb203915ff_3_13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gdb203915ff_3_14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93" name="Google Shape;193;gdb203915ff_3_14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9" name="Shape 199"/>
        <p:cNvGrpSpPr/>
        <p:nvPr/>
      </p:nvGrpSpPr>
      <p:grpSpPr>
        <a:xfrm>
          <a:off x="0" y="0"/>
          <a:ext cx="0" cy="0"/>
          <a:chOff x="0" y="0"/>
          <a:chExt cx="0" cy="0"/>
        </a:xfrm>
      </p:grpSpPr>
      <p:sp>
        <p:nvSpPr>
          <p:cNvPr id="200" name="Google Shape;200;gdb203915ff_3_147:notes"/>
          <p:cNvSpPr/>
          <p:nvPr>
            <p:ph idx="2" type="sldImg"/>
          </p:nvPr>
        </p:nvSpPr>
        <p:spPr>
          <a:xfrm>
            <a:off x="381188" y="685800"/>
            <a:ext cx="6096300" cy="3429000"/>
          </a:xfrm>
          <a:custGeom>
            <a:rect b="b" l="l" r="r" t="t"/>
            <a:pathLst>
              <a:path extrusionOk="0" h="120000" w="120000">
                <a:moveTo>
                  <a:pt x="0" y="0"/>
                </a:moveTo>
                <a:lnTo>
                  <a:pt x="120000" y="0"/>
                </a:lnTo>
                <a:lnTo>
                  <a:pt x="120000" y="120000"/>
                </a:lnTo>
                <a:lnTo>
                  <a:pt x="0" y="120000"/>
                </a:lnTo>
                <a:close/>
              </a:path>
            </a:pathLst>
          </a:custGeom>
        </p:spPr>
      </p:sp>
      <p:sp>
        <p:nvSpPr>
          <p:cNvPr id="201" name="Google Shape;201;gdb203915ff_3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8" name="Shape 208"/>
        <p:cNvGrpSpPr/>
        <p:nvPr/>
      </p:nvGrpSpPr>
      <p:grpSpPr>
        <a:xfrm>
          <a:off x="0" y="0"/>
          <a:ext cx="0" cy="0"/>
          <a:chOff x="0" y="0"/>
          <a:chExt cx="0" cy="0"/>
        </a:xfrm>
      </p:grpSpPr>
      <p:sp>
        <p:nvSpPr>
          <p:cNvPr id="209" name="Google Shape;209;gdb203915ff_3_1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0" name="Google Shape;210;gdb203915ff_3_1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db203915ff_3_16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db203915ff_3_16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5" name="Shape 225"/>
        <p:cNvGrpSpPr/>
        <p:nvPr/>
      </p:nvGrpSpPr>
      <p:grpSpPr>
        <a:xfrm>
          <a:off x="0" y="0"/>
          <a:ext cx="0" cy="0"/>
          <a:chOff x="0" y="0"/>
          <a:chExt cx="0" cy="0"/>
        </a:xfrm>
      </p:grpSpPr>
      <p:sp>
        <p:nvSpPr>
          <p:cNvPr id="226" name="Google Shape;226;gdb203915ff_3_17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27" name="Google Shape;227;gdb203915ff_3_17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3" name="Shape 233"/>
        <p:cNvGrpSpPr/>
        <p:nvPr/>
      </p:nvGrpSpPr>
      <p:grpSpPr>
        <a:xfrm>
          <a:off x="0" y="0"/>
          <a:ext cx="0" cy="0"/>
          <a:chOff x="0" y="0"/>
          <a:chExt cx="0" cy="0"/>
        </a:xfrm>
      </p:grpSpPr>
      <p:sp>
        <p:nvSpPr>
          <p:cNvPr id="234" name="Google Shape;234;gdb203915ff_3_1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5" name="Google Shape;235;gdb203915ff_3_1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0" name="Shape 240"/>
        <p:cNvGrpSpPr/>
        <p:nvPr/>
      </p:nvGrpSpPr>
      <p:grpSpPr>
        <a:xfrm>
          <a:off x="0" y="0"/>
          <a:ext cx="0" cy="0"/>
          <a:chOff x="0" y="0"/>
          <a:chExt cx="0" cy="0"/>
        </a:xfrm>
      </p:grpSpPr>
      <p:sp>
        <p:nvSpPr>
          <p:cNvPr id="241" name="Google Shape;241;gdb203915ff_3_1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2" name="Google Shape;242;gdb203915ff_3_1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5" name="Shape 245"/>
        <p:cNvGrpSpPr/>
        <p:nvPr/>
      </p:nvGrpSpPr>
      <p:grpSpPr>
        <a:xfrm>
          <a:off x="0" y="0"/>
          <a:ext cx="0" cy="0"/>
          <a:chOff x="0" y="0"/>
          <a:chExt cx="0" cy="0"/>
        </a:xfrm>
      </p:grpSpPr>
      <p:sp>
        <p:nvSpPr>
          <p:cNvPr id="246" name="Google Shape;246;gdb203915ff_3_18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7" name="Google Shape;247;gdb203915ff_3_18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gdb203915ff_3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3" name="Google Shape;253;gdb203915ff_3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6" name="Shape 256"/>
        <p:cNvGrpSpPr/>
        <p:nvPr/>
      </p:nvGrpSpPr>
      <p:grpSpPr>
        <a:xfrm>
          <a:off x="0" y="0"/>
          <a:ext cx="0" cy="0"/>
          <a:chOff x="0" y="0"/>
          <a:chExt cx="0" cy="0"/>
        </a:xfrm>
      </p:grpSpPr>
      <p:sp>
        <p:nvSpPr>
          <p:cNvPr id="257" name="Google Shape;257;gdb203915ff_3_19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8" name="Google Shape;258;gdb203915ff_3_19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gdb203915ff_3_2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4" name="Google Shape;264;gdb203915ff_3_2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db203915ff_3_20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69" name="Google Shape;269;gdb203915ff_3_20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gdb203915ff_3_21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76" name="Google Shape;276;gdb203915ff_3_2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9" name="Shape 279"/>
        <p:cNvGrpSpPr/>
        <p:nvPr/>
      </p:nvGrpSpPr>
      <p:grpSpPr>
        <a:xfrm>
          <a:off x="0" y="0"/>
          <a:ext cx="0" cy="0"/>
          <a:chOff x="0" y="0"/>
          <a:chExt cx="0" cy="0"/>
        </a:xfrm>
      </p:grpSpPr>
      <p:sp>
        <p:nvSpPr>
          <p:cNvPr id="280" name="Google Shape;280;gdb203915ff_3_21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1" name="Google Shape;281;gdb203915ff_3_2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6" name="Shape 286"/>
        <p:cNvGrpSpPr/>
        <p:nvPr/>
      </p:nvGrpSpPr>
      <p:grpSpPr>
        <a:xfrm>
          <a:off x="0" y="0"/>
          <a:ext cx="0" cy="0"/>
          <a:chOff x="0" y="0"/>
          <a:chExt cx="0" cy="0"/>
        </a:xfrm>
      </p:grpSpPr>
      <p:sp>
        <p:nvSpPr>
          <p:cNvPr id="287" name="Google Shape;287;gdb203915ff_3_22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8" name="Google Shape;288;gdb203915ff_3_22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4" name="Shape 294"/>
        <p:cNvGrpSpPr/>
        <p:nvPr/>
      </p:nvGrpSpPr>
      <p:grpSpPr>
        <a:xfrm>
          <a:off x="0" y="0"/>
          <a:ext cx="0" cy="0"/>
          <a:chOff x="0" y="0"/>
          <a:chExt cx="0" cy="0"/>
        </a:xfrm>
      </p:grpSpPr>
      <p:sp>
        <p:nvSpPr>
          <p:cNvPr id="295" name="Google Shape;295;gdb203915ff_3_2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96" name="Google Shape;296;gdb203915ff_3_2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db203915ff_3_23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db203915ff_3_23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gdb203915ff_3_2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2" name="Google Shape;312;gdb203915ff_3_2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5" name="Shape 315"/>
        <p:cNvGrpSpPr/>
        <p:nvPr/>
      </p:nvGrpSpPr>
      <p:grpSpPr>
        <a:xfrm>
          <a:off x="0" y="0"/>
          <a:ext cx="0" cy="0"/>
          <a:chOff x="0" y="0"/>
          <a:chExt cx="0" cy="0"/>
        </a:xfrm>
      </p:grpSpPr>
      <p:sp>
        <p:nvSpPr>
          <p:cNvPr id="316" name="Google Shape;316;gdb203915ff_3_24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7" name="Google Shape;317;gdb203915ff_3_24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4" name="Shape 54"/>
        <p:cNvGrpSpPr/>
        <p:nvPr/>
      </p:nvGrpSpPr>
      <p:grpSpPr>
        <a:xfrm>
          <a:off x="0" y="0"/>
          <a:ext cx="0" cy="0"/>
          <a:chOff x="0" y="0"/>
          <a:chExt cx="0" cy="0"/>
        </a:xfrm>
      </p:grpSpPr>
      <p:sp>
        <p:nvSpPr>
          <p:cNvPr id="55" name="Google Shape;55;p14"/>
          <p:cNvSpPr/>
          <p:nvPr/>
        </p:nvSpPr>
        <p:spPr>
          <a:xfrm rot="5400000">
            <a:off x="7500300" y="505"/>
            <a:ext cx="1643700" cy="1643700"/>
          </a:xfrm>
          <a:prstGeom prst="diagStripe">
            <a:avLst>
              <a:gd fmla="val 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56" name="Google Shape;56;p14"/>
          <p:cNvGrpSpPr/>
          <p:nvPr/>
        </p:nvGrpSpPr>
        <p:grpSpPr>
          <a:xfrm>
            <a:off x="0" y="490"/>
            <a:ext cx="5153705" cy="5134399"/>
            <a:chOff x="0" y="75"/>
            <a:chExt cx="5153705" cy="5152950"/>
          </a:xfrm>
        </p:grpSpPr>
        <p:sp>
          <p:nvSpPr>
            <p:cNvPr id="57" name="Google Shape;57;p14"/>
            <p:cNvSpPr/>
            <p:nvPr/>
          </p:nvSpPr>
          <p:spPr>
            <a:xfrm rot="-5400000">
              <a:off x="455" y="-225"/>
              <a:ext cx="5152800" cy="5153700"/>
            </a:xfrm>
            <a:prstGeom prst="diagStripe">
              <a:avLst>
                <a:gd fmla="val 50000"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8" name="Google Shape;58;p14"/>
            <p:cNvSpPr/>
            <p:nvPr/>
          </p:nvSpPr>
          <p:spPr>
            <a:xfrm rot="-5400000">
              <a:off x="150" y="1145825"/>
              <a:ext cx="3996600" cy="3996900"/>
            </a:xfrm>
            <a:prstGeom prst="diagStripe">
              <a:avLst>
                <a:gd fmla="val 58774" name="adj"/>
              </a:avLst>
            </a:prstGeom>
            <a:solidFill>
              <a:schemeClr val="lt1">
                <a:alpha val="303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9" name="Google Shape;59;p14"/>
            <p:cNvSpPr/>
            <p:nvPr/>
          </p:nvSpPr>
          <p:spPr>
            <a:xfrm rot="-5400000">
              <a:off x="1646" y="-75"/>
              <a:ext cx="2299800" cy="23001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 name="Google Shape;60;p14"/>
            <p:cNvSpPr/>
            <p:nvPr/>
          </p:nvSpPr>
          <p:spPr>
            <a:xfrm flipH="1">
              <a:off x="652821" y="590035"/>
              <a:ext cx="2300100" cy="2299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61" name="Google Shape;61;p14"/>
          <p:cNvSpPr txBox="1"/>
          <p:nvPr>
            <p:ph type="ctrTitle"/>
          </p:nvPr>
        </p:nvSpPr>
        <p:spPr>
          <a:xfrm>
            <a:off x="3537150" y="1578400"/>
            <a:ext cx="5017500" cy="1578900"/>
          </a:xfrm>
          <a:prstGeom prst="rect">
            <a:avLst/>
          </a:prstGeom>
        </p:spPr>
        <p:txBody>
          <a:bodyPr anchorCtr="0" anchor="t" bIns="91425" lIns="91425" spcFirstLastPara="1" rIns="91425" wrap="square" tIns="91425">
            <a:normAutofit/>
          </a:bodyPr>
          <a:lstStyle>
            <a:lvl1pPr lvl="0">
              <a:spcBef>
                <a:spcPts val="0"/>
              </a:spcBef>
              <a:spcAft>
                <a:spcPts val="0"/>
              </a:spcAft>
              <a:buSzPts val="4000"/>
              <a:buNone/>
              <a:defRPr sz="4000"/>
            </a:lvl1pPr>
            <a:lvl2pPr lvl="1">
              <a:spcBef>
                <a:spcPts val="0"/>
              </a:spcBef>
              <a:spcAft>
                <a:spcPts val="0"/>
              </a:spcAft>
              <a:buSzPts val="4000"/>
              <a:buNone/>
              <a:defRPr sz="4000"/>
            </a:lvl2pPr>
            <a:lvl3pPr lvl="2">
              <a:spcBef>
                <a:spcPts val="0"/>
              </a:spcBef>
              <a:spcAft>
                <a:spcPts val="0"/>
              </a:spcAft>
              <a:buSzPts val="4000"/>
              <a:buNone/>
              <a:defRPr sz="4000"/>
            </a:lvl3pPr>
            <a:lvl4pPr lvl="3">
              <a:spcBef>
                <a:spcPts val="0"/>
              </a:spcBef>
              <a:spcAft>
                <a:spcPts val="0"/>
              </a:spcAft>
              <a:buSzPts val="4000"/>
              <a:buNone/>
              <a:defRPr sz="4000"/>
            </a:lvl4pPr>
            <a:lvl5pPr lvl="4">
              <a:spcBef>
                <a:spcPts val="0"/>
              </a:spcBef>
              <a:spcAft>
                <a:spcPts val="0"/>
              </a:spcAft>
              <a:buSzPts val="4000"/>
              <a:buNone/>
              <a:defRPr sz="4000"/>
            </a:lvl5pPr>
            <a:lvl6pPr lvl="5">
              <a:spcBef>
                <a:spcPts val="0"/>
              </a:spcBef>
              <a:spcAft>
                <a:spcPts val="0"/>
              </a:spcAft>
              <a:buSzPts val="4000"/>
              <a:buNone/>
              <a:defRPr sz="4000"/>
            </a:lvl6pPr>
            <a:lvl7pPr lvl="6">
              <a:spcBef>
                <a:spcPts val="0"/>
              </a:spcBef>
              <a:spcAft>
                <a:spcPts val="0"/>
              </a:spcAft>
              <a:buSzPts val="4000"/>
              <a:buNone/>
              <a:defRPr sz="4000"/>
            </a:lvl7pPr>
            <a:lvl8pPr lvl="7">
              <a:spcBef>
                <a:spcPts val="0"/>
              </a:spcBef>
              <a:spcAft>
                <a:spcPts val="0"/>
              </a:spcAft>
              <a:buSzPts val="4000"/>
              <a:buNone/>
              <a:defRPr sz="4000"/>
            </a:lvl8pPr>
            <a:lvl9pPr lvl="8">
              <a:spcBef>
                <a:spcPts val="0"/>
              </a:spcBef>
              <a:spcAft>
                <a:spcPts val="0"/>
              </a:spcAft>
              <a:buSzPts val="4000"/>
              <a:buNone/>
              <a:defRPr sz="4000"/>
            </a:lvl9pPr>
          </a:lstStyle>
          <a:p/>
        </p:txBody>
      </p:sp>
      <p:sp>
        <p:nvSpPr>
          <p:cNvPr id="62" name="Google Shape;62;p14"/>
          <p:cNvSpPr txBox="1"/>
          <p:nvPr>
            <p:ph idx="1" type="subTitle"/>
          </p:nvPr>
        </p:nvSpPr>
        <p:spPr>
          <a:xfrm>
            <a:off x="5083950" y="3924925"/>
            <a:ext cx="34707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63" name="Google Shape;63;p1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4" name="Shape 64"/>
        <p:cNvGrpSpPr/>
        <p:nvPr/>
      </p:nvGrpSpPr>
      <p:grpSpPr>
        <a:xfrm>
          <a:off x="0" y="0"/>
          <a:ext cx="0" cy="0"/>
          <a:chOff x="0" y="0"/>
          <a:chExt cx="0" cy="0"/>
        </a:xfrm>
      </p:grpSpPr>
      <p:grpSp>
        <p:nvGrpSpPr>
          <p:cNvPr id="65" name="Google Shape;65;p15"/>
          <p:cNvGrpSpPr/>
          <p:nvPr/>
        </p:nvGrpSpPr>
        <p:grpSpPr>
          <a:xfrm>
            <a:off x="4406400" y="0"/>
            <a:ext cx="4737600" cy="5143065"/>
            <a:chOff x="4406400" y="0"/>
            <a:chExt cx="4737600" cy="5143065"/>
          </a:xfrm>
        </p:grpSpPr>
        <p:sp>
          <p:nvSpPr>
            <p:cNvPr id="66" name="Google Shape;66;p15"/>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7" name="Google Shape;67;p15"/>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8" name="Google Shape;68;p15"/>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9" name="Google Shape;69;p15"/>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 name="Google Shape;70;p15"/>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1" name="Google Shape;71;p15"/>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2" name="Google Shape;72;p15"/>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3" name="Google Shape;73;p15"/>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5"/>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5" name="Google Shape;75;p15"/>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6" name="Google Shape;76;p15"/>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7" name="Google Shape;77;p15"/>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8" name="Google Shape;78;p15"/>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9" name="Google Shape;79;p15"/>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0" name="Google Shape;80;p15"/>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1" name="Google Shape;81;p15"/>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5"/>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3" name="Google Shape;83;p15"/>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84" name="Google Shape;84;p15"/>
          <p:cNvSpPr txBox="1"/>
          <p:nvPr>
            <p:ph type="title"/>
          </p:nvPr>
        </p:nvSpPr>
        <p:spPr>
          <a:xfrm>
            <a:off x="823850" y="2053000"/>
            <a:ext cx="4587000" cy="11487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85" name="Google Shape;85;p1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86" name="Shape 86"/>
        <p:cNvGrpSpPr/>
        <p:nvPr/>
      </p:nvGrpSpPr>
      <p:grpSpPr>
        <a:xfrm>
          <a:off x="0" y="0"/>
          <a:ext cx="0" cy="0"/>
          <a:chOff x="0" y="0"/>
          <a:chExt cx="0" cy="0"/>
        </a:xfrm>
      </p:grpSpPr>
      <p:grpSp>
        <p:nvGrpSpPr>
          <p:cNvPr id="87" name="Google Shape;87;p16"/>
          <p:cNvGrpSpPr/>
          <p:nvPr/>
        </p:nvGrpSpPr>
        <p:grpSpPr>
          <a:xfrm>
            <a:off x="0" y="381001"/>
            <a:ext cx="1037850" cy="1016287"/>
            <a:chOff x="0" y="381001"/>
            <a:chExt cx="1037850" cy="1016287"/>
          </a:xfrm>
        </p:grpSpPr>
        <p:sp>
          <p:nvSpPr>
            <p:cNvPr id="88" name="Google Shape;88;p16"/>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9" name="Google Shape;89;p16"/>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0" name="Google Shape;90;p16"/>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1" name="Google Shape;91;p16"/>
          <p:cNvSpPr txBox="1"/>
          <p:nvPr>
            <p:ph idx="1" type="body"/>
          </p:nvPr>
        </p:nvSpPr>
        <p:spPr>
          <a:xfrm>
            <a:off x="1297500" y="1567550"/>
            <a:ext cx="70389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2" name="Google Shape;92;p1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93" name="Shape 93"/>
        <p:cNvGrpSpPr/>
        <p:nvPr/>
      </p:nvGrpSpPr>
      <p:grpSpPr>
        <a:xfrm>
          <a:off x="0" y="0"/>
          <a:ext cx="0" cy="0"/>
          <a:chOff x="0" y="0"/>
          <a:chExt cx="0" cy="0"/>
        </a:xfrm>
      </p:grpSpPr>
      <p:grpSp>
        <p:nvGrpSpPr>
          <p:cNvPr id="94" name="Google Shape;94;p17"/>
          <p:cNvGrpSpPr/>
          <p:nvPr/>
        </p:nvGrpSpPr>
        <p:grpSpPr>
          <a:xfrm>
            <a:off x="0" y="381001"/>
            <a:ext cx="1037850" cy="1016287"/>
            <a:chOff x="0" y="381001"/>
            <a:chExt cx="1037850" cy="1016287"/>
          </a:xfrm>
        </p:grpSpPr>
        <p:sp>
          <p:nvSpPr>
            <p:cNvPr id="95" name="Google Shape;95;p17"/>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6" name="Google Shape;96;p17"/>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97" name="Google Shape;97;p17"/>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98" name="Google Shape;98;p17"/>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99" name="Google Shape;99;p17"/>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00" name="Google Shape;100;p1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1" name="Shape 101"/>
        <p:cNvGrpSpPr/>
        <p:nvPr/>
      </p:nvGrpSpPr>
      <p:grpSpPr>
        <a:xfrm>
          <a:off x="0" y="0"/>
          <a:ext cx="0" cy="0"/>
          <a:chOff x="0" y="0"/>
          <a:chExt cx="0" cy="0"/>
        </a:xfrm>
      </p:grpSpPr>
      <p:grpSp>
        <p:nvGrpSpPr>
          <p:cNvPr id="102" name="Google Shape;102;p18"/>
          <p:cNvGrpSpPr/>
          <p:nvPr/>
        </p:nvGrpSpPr>
        <p:grpSpPr>
          <a:xfrm>
            <a:off x="0" y="381001"/>
            <a:ext cx="1037850" cy="1016287"/>
            <a:chOff x="0" y="381001"/>
            <a:chExt cx="1037850" cy="1016287"/>
          </a:xfrm>
        </p:grpSpPr>
        <p:sp>
          <p:nvSpPr>
            <p:cNvPr id="103" name="Google Shape;103;p18"/>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4" name="Google Shape;104;p18"/>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05" name="Google Shape;105;p18"/>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06" name="Google Shape;106;p1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07" name="Shape 107"/>
        <p:cNvGrpSpPr/>
        <p:nvPr/>
      </p:nvGrpSpPr>
      <p:grpSpPr>
        <a:xfrm>
          <a:off x="0" y="0"/>
          <a:ext cx="0" cy="0"/>
          <a:chOff x="0" y="0"/>
          <a:chExt cx="0" cy="0"/>
        </a:xfrm>
      </p:grpSpPr>
      <p:grpSp>
        <p:nvGrpSpPr>
          <p:cNvPr id="108" name="Google Shape;108;p19"/>
          <p:cNvGrpSpPr/>
          <p:nvPr/>
        </p:nvGrpSpPr>
        <p:grpSpPr>
          <a:xfrm>
            <a:off x="0" y="381001"/>
            <a:ext cx="1037850" cy="1016287"/>
            <a:chOff x="0" y="381001"/>
            <a:chExt cx="1037850" cy="1016287"/>
          </a:xfrm>
        </p:grpSpPr>
        <p:sp>
          <p:nvSpPr>
            <p:cNvPr id="109" name="Google Shape;109;p19"/>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0" name="Google Shape;110;p19"/>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11" name="Google Shape;111;p19"/>
          <p:cNvSpPr txBox="1"/>
          <p:nvPr>
            <p:ph type="title"/>
          </p:nvPr>
        </p:nvSpPr>
        <p:spPr>
          <a:xfrm>
            <a:off x="1297500" y="393750"/>
            <a:ext cx="3798900" cy="14931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12" name="Google Shape;112;p19"/>
          <p:cNvSpPr txBox="1"/>
          <p:nvPr>
            <p:ph idx="1" type="body"/>
          </p:nvPr>
        </p:nvSpPr>
        <p:spPr>
          <a:xfrm>
            <a:off x="1297500" y="1972550"/>
            <a:ext cx="3798900" cy="2415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13" name="Google Shape;113;p1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114" name="Shape 114"/>
        <p:cNvGrpSpPr/>
        <p:nvPr/>
      </p:nvGrpSpPr>
      <p:grpSpPr>
        <a:xfrm>
          <a:off x="0" y="0"/>
          <a:ext cx="0" cy="0"/>
          <a:chOff x="0" y="0"/>
          <a:chExt cx="0" cy="0"/>
        </a:xfrm>
      </p:grpSpPr>
      <p:grpSp>
        <p:nvGrpSpPr>
          <p:cNvPr id="115" name="Google Shape;115;p20"/>
          <p:cNvGrpSpPr/>
          <p:nvPr/>
        </p:nvGrpSpPr>
        <p:grpSpPr>
          <a:xfrm>
            <a:off x="4406400" y="0"/>
            <a:ext cx="4737600" cy="5143500"/>
            <a:chOff x="4406400" y="0"/>
            <a:chExt cx="4737600" cy="5143500"/>
          </a:xfrm>
        </p:grpSpPr>
        <p:sp>
          <p:nvSpPr>
            <p:cNvPr id="116" name="Google Shape;116;p20"/>
            <p:cNvSpPr/>
            <p:nvPr/>
          </p:nvSpPr>
          <p:spPr>
            <a:xfrm rot="5400000">
              <a:off x="4407900" y="-1500"/>
              <a:ext cx="47346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20"/>
            <p:cNvSpPr/>
            <p:nvPr/>
          </p:nvSpPr>
          <p:spPr>
            <a:xfrm rot="5400000">
              <a:off x="4840825" y="6000"/>
              <a:ext cx="42987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20"/>
            <p:cNvSpPr/>
            <p:nvPr/>
          </p:nvSpPr>
          <p:spPr>
            <a:xfrm rot="-5400000">
              <a:off x="5618399" y="123664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9" name="Google Shape;119;p20"/>
            <p:cNvSpPr/>
            <p:nvPr/>
          </p:nvSpPr>
          <p:spPr>
            <a:xfrm flipH="1">
              <a:off x="5849857" y="144407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0" name="Google Shape;120;p20"/>
            <p:cNvSpPr/>
            <p:nvPr/>
          </p:nvSpPr>
          <p:spPr>
            <a:xfrm rot="-5400000">
              <a:off x="5987081" y="246974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1" name="Google Shape;121;p20"/>
            <p:cNvSpPr/>
            <p:nvPr/>
          </p:nvSpPr>
          <p:spPr>
            <a:xfrm flipH="1">
              <a:off x="6222115" y="2677179"/>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2" name="Google Shape;122;p20"/>
            <p:cNvSpPr/>
            <p:nvPr/>
          </p:nvSpPr>
          <p:spPr>
            <a:xfrm rot="-5400000">
              <a:off x="6675341" y="186224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20"/>
            <p:cNvSpPr/>
            <p:nvPr/>
          </p:nvSpPr>
          <p:spPr>
            <a:xfrm flipH="1">
              <a:off x="6908099" y="2069680"/>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4" name="Google Shape;124;p20"/>
            <p:cNvSpPr/>
            <p:nvPr/>
          </p:nvSpPr>
          <p:spPr>
            <a:xfrm rot="-5400000">
              <a:off x="6861141" y="247808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5" name="Google Shape;125;p20"/>
            <p:cNvSpPr/>
            <p:nvPr/>
          </p:nvSpPr>
          <p:spPr>
            <a:xfrm flipH="1">
              <a:off x="7965266" y="269319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6" name="Google Shape;126;p20"/>
            <p:cNvSpPr/>
            <p:nvPr/>
          </p:nvSpPr>
          <p:spPr>
            <a:xfrm flipH="1">
              <a:off x="8145082" y="330903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7" name="Google Shape;127;p20"/>
            <p:cNvSpPr/>
            <p:nvPr/>
          </p:nvSpPr>
          <p:spPr>
            <a:xfrm rot="-5400000">
              <a:off x="7047599" y="309534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8" name="Google Shape;128;p20"/>
            <p:cNvSpPr/>
            <p:nvPr/>
          </p:nvSpPr>
          <p:spPr>
            <a:xfrm flipH="1">
              <a:off x="7276649" y="3302781"/>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20"/>
            <p:cNvSpPr/>
            <p:nvPr/>
          </p:nvSpPr>
          <p:spPr>
            <a:xfrm rot="-5400000">
              <a:off x="7227414" y="3711189"/>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20"/>
            <p:cNvSpPr/>
            <p:nvPr/>
          </p:nvSpPr>
          <p:spPr>
            <a:xfrm flipH="1">
              <a:off x="7462448" y="391862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20"/>
            <p:cNvSpPr/>
            <p:nvPr/>
          </p:nvSpPr>
          <p:spPr>
            <a:xfrm rot="-5400000">
              <a:off x="8102491" y="37188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2" name="Google Shape;132;p20"/>
            <p:cNvSpPr/>
            <p:nvPr/>
          </p:nvSpPr>
          <p:spPr>
            <a:xfrm flipH="1">
              <a:off x="8334533" y="392629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3" name="Google Shape;133;p20"/>
            <p:cNvSpPr/>
            <p:nvPr/>
          </p:nvSpPr>
          <p:spPr>
            <a:xfrm rot="-5400000">
              <a:off x="8288290" y="433470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34" name="Google Shape;134;p20"/>
          <p:cNvSpPr txBox="1"/>
          <p:nvPr>
            <p:ph type="title"/>
          </p:nvPr>
        </p:nvSpPr>
        <p:spPr>
          <a:xfrm>
            <a:off x="823850" y="866775"/>
            <a:ext cx="4587000" cy="3521100"/>
          </a:xfrm>
          <a:prstGeom prst="rect">
            <a:avLst/>
          </a:prstGeom>
        </p:spPr>
        <p:txBody>
          <a:bodyPr anchorCtr="0" anchor="ctr"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35" name="Google Shape;135;p2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36" name="Shape 136"/>
        <p:cNvGrpSpPr/>
        <p:nvPr/>
      </p:nvGrpSpPr>
      <p:grpSpPr>
        <a:xfrm>
          <a:off x="0" y="0"/>
          <a:ext cx="0" cy="0"/>
          <a:chOff x="0" y="0"/>
          <a:chExt cx="0" cy="0"/>
        </a:xfrm>
      </p:grpSpPr>
      <p:grpSp>
        <p:nvGrpSpPr>
          <p:cNvPr id="137" name="Google Shape;137;p21"/>
          <p:cNvGrpSpPr/>
          <p:nvPr/>
        </p:nvGrpSpPr>
        <p:grpSpPr>
          <a:xfrm>
            <a:off x="0" y="381001"/>
            <a:ext cx="1037850" cy="1016287"/>
            <a:chOff x="0" y="381001"/>
            <a:chExt cx="1037850" cy="1016287"/>
          </a:xfrm>
        </p:grpSpPr>
        <p:sp>
          <p:nvSpPr>
            <p:cNvPr id="138" name="Google Shape;138;p21"/>
            <p:cNvSpPr/>
            <p:nvPr/>
          </p:nvSpPr>
          <p:spPr>
            <a:xfrm rot="-5400000">
              <a:off x="0" y="381001"/>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9" name="Google Shape;139;p21"/>
            <p:cNvSpPr/>
            <p:nvPr/>
          </p:nvSpPr>
          <p:spPr>
            <a:xfrm flipH="1">
              <a:off x="229050" y="588489"/>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0" name="Google Shape;140;p21"/>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141" name="Google Shape;141;p21"/>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lvl1pPr lvl="0">
              <a:lnSpc>
                <a:spcPct val="100000"/>
              </a:lnSpc>
              <a:spcBef>
                <a:spcPts val="0"/>
              </a:spcBef>
              <a:spcAft>
                <a:spcPts val="0"/>
              </a:spcAft>
              <a:buSzPts val="1300"/>
              <a:buNone/>
              <a:defRPr/>
            </a:lvl1pPr>
            <a:lvl2pPr lvl="1">
              <a:lnSpc>
                <a:spcPct val="100000"/>
              </a:lnSpc>
              <a:spcBef>
                <a:spcPts val="0"/>
              </a:spcBef>
              <a:spcAft>
                <a:spcPts val="0"/>
              </a:spcAft>
              <a:buSzPts val="1300"/>
              <a:buNone/>
              <a:defRPr sz="1300"/>
            </a:lvl2pPr>
            <a:lvl3pPr lvl="2">
              <a:lnSpc>
                <a:spcPct val="100000"/>
              </a:lnSpc>
              <a:spcBef>
                <a:spcPts val="0"/>
              </a:spcBef>
              <a:spcAft>
                <a:spcPts val="0"/>
              </a:spcAft>
              <a:buSzPts val="1300"/>
              <a:buNone/>
              <a:defRPr sz="1300"/>
            </a:lvl3pPr>
            <a:lvl4pPr lvl="3">
              <a:lnSpc>
                <a:spcPct val="100000"/>
              </a:lnSpc>
              <a:spcBef>
                <a:spcPts val="0"/>
              </a:spcBef>
              <a:spcAft>
                <a:spcPts val="0"/>
              </a:spcAft>
              <a:buSzPts val="1300"/>
              <a:buNone/>
              <a:defRPr sz="1300"/>
            </a:lvl4pPr>
            <a:lvl5pPr lvl="4">
              <a:lnSpc>
                <a:spcPct val="100000"/>
              </a:lnSpc>
              <a:spcBef>
                <a:spcPts val="0"/>
              </a:spcBef>
              <a:spcAft>
                <a:spcPts val="0"/>
              </a:spcAft>
              <a:buSzPts val="1300"/>
              <a:buNone/>
              <a:defRPr sz="1300"/>
            </a:lvl5pPr>
            <a:lvl6pPr lvl="5">
              <a:lnSpc>
                <a:spcPct val="100000"/>
              </a:lnSpc>
              <a:spcBef>
                <a:spcPts val="0"/>
              </a:spcBef>
              <a:spcAft>
                <a:spcPts val="0"/>
              </a:spcAft>
              <a:buSzPts val="1300"/>
              <a:buNone/>
              <a:defRPr sz="1300"/>
            </a:lvl6pPr>
            <a:lvl7pPr lvl="6">
              <a:lnSpc>
                <a:spcPct val="100000"/>
              </a:lnSpc>
              <a:spcBef>
                <a:spcPts val="0"/>
              </a:spcBef>
              <a:spcAft>
                <a:spcPts val="0"/>
              </a:spcAft>
              <a:buSzPts val="1300"/>
              <a:buNone/>
              <a:defRPr sz="1300"/>
            </a:lvl7pPr>
            <a:lvl8pPr lvl="7">
              <a:lnSpc>
                <a:spcPct val="100000"/>
              </a:lnSpc>
              <a:spcBef>
                <a:spcPts val="0"/>
              </a:spcBef>
              <a:spcAft>
                <a:spcPts val="0"/>
              </a:spcAft>
              <a:buSzPts val="1300"/>
              <a:buNone/>
              <a:defRPr sz="1300"/>
            </a:lvl8pPr>
            <a:lvl9pPr lvl="8">
              <a:lnSpc>
                <a:spcPct val="100000"/>
              </a:lnSpc>
              <a:spcBef>
                <a:spcPts val="0"/>
              </a:spcBef>
              <a:spcAft>
                <a:spcPts val="0"/>
              </a:spcAft>
              <a:buSzPts val="1300"/>
              <a:buNone/>
              <a:defRPr sz="1300"/>
            </a:lvl9pPr>
          </a:lstStyle>
          <a:p/>
        </p:txBody>
      </p:sp>
      <p:sp>
        <p:nvSpPr>
          <p:cNvPr id="142" name="Google Shape;142;p21"/>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43" name="Google Shape;143;p2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44" name="Shape 144"/>
        <p:cNvGrpSpPr/>
        <p:nvPr/>
      </p:nvGrpSpPr>
      <p:grpSpPr>
        <a:xfrm>
          <a:off x="0" y="0"/>
          <a:ext cx="0" cy="0"/>
          <a:chOff x="0" y="0"/>
          <a:chExt cx="0" cy="0"/>
        </a:xfrm>
      </p:grpSpPr>
      <p:grpSp>
        <p:nvGrpSpPr>
          <p:cNvPr id="145" name="Google Shape;145;p22"/>
          <p:cNvGrpSpPr/>
          <p:nvPr/>
        </p:nvGrpSpPr>
        <p:grpSpPr>
          <a:xfrm>
            <a:off x="0" y="4128572"/>
            <a:ext cx="698925" cy="684657"/>
            <a:chOff x="0" y="3785672"/>
            <a:chExt cx="698925" cy="684657"/>
          </a:xfrm>
        </p:grpSpPr>
        <p:sp>
          <p:nvSpPr>
            <p:cNvPr id="146" name="Google Shape;146;p22"/>
            <p:cNvSpPr/>
            <p:nvPr/>
          </p:nvSpPr>
          <p:spPr>
            <a:xfrm rot="-5400000">
              <a:off x="0" y="3785672"/>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47" name="Google Shape;147;p22"/>
            <p:cNvSpPr/>
            <p:nvPr/>
          </p:nvSpPr>
          <p:spPr>
            <a:xfrm flipH="1">
              <a:off x="154125" y="3925529"/>
              <a:ext cx="544800" cy="544800"/>
            </a:xfrm>
            <a:prstGeom prst="diagStripe">
              <a:avLst>
                <a:gd fmla="val 50000" name="adj"/>
              </a:avLst>
            </a:prstGeom>
            <a:solidFill>
              <a:schemeClr val="lt1">
                <a:alpha val="962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48" name="Google Shape;148;p22"/>
          <p:cNvSpPr txBox="1"/>
          <p:nvPr>
            <p:ph idx="1" type="body"/>
          </p:nvPr>
        </p:nvSpPr>
        <p:spPr>
          <a:xfrm>
            <a:off x="812725" y="4305375"/>
            <a:ext cx="6936000" cy="5238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300"/>
              <a:buNone/>
              <a:defRPr/>
            </a:lvl1pPr>
          </a:lstStyle>
          <a:p/>
        </p:txBody>
      </p:sp>
      <p:sp>
        <p:nvSpPr>
          <p:cNvPr id="149" name="Google Shape;149;p2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150" name="Shape 150"/>
        <p:cNvGrpSpPr/>
        <p:nvPr/>
      </p:nvGrpSpPr>
      <p:grpSpPr>
        <a:xfrm>
          <a:off x="0" y="0"/>
          <a:ext cx="0" cy="0"/>
          <a:chOff x="0" y="0"/>
          <a:chExt cx="0" cy="0"/>
        </a:xfrm>
      </p:grpSpPr>
      <p:grpSp>
        <p:nvGrpSpPr>
          <p:cNvPr id="151" name="Google Shape;151;p23"/>
          <p:cNvGrpSpPr/>
          <p:nvPr/>
        </p:nvGrpSpPr>
        <p:grpSpPr>
          <a:xfrm>
            <a:off x="4406400" y="0"/>
            <a:ext cx="4737600" cy="5143065"/>
            <a:chOff x="4406400" y="0"/>
            <a:chExt cx="4737600" cy="5143065"/>
          </a:xfrm>
        </p:grpSpPr>
        <p:sp>
          <p:nvSpPr>
            <p:cNvPr id="152" name="Google Shape;152;p23"/>
            <p:cNvSpPr/>
            <p:nvPr/>
          </p:nvSpPr>
          <p:spPr>
            <a:xfrm rot="5400000">
              <a:off x="4408200" y="-1800"/>
              <a:ext cx="4734000" cy="4737600"/>
            </a:xfrm>
            <a:prstGeom prst="diagStripe">
              <a:avLst>
                <a:gd fmla="val 49469"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3" name="Google Shape;153;p23"/>
            <p:cNvSpPr/>
            <p:nvPr/>
          </p:nvSpPr>
          <p:spPr>
            <a:xfrm rot="5400000">
              <a:off x="4841125" y="5700"/>
              <a:ext cx="4298100" cy="4286700"/>
            </a:xfrm>
            <a:prstGeom prst="diagStripe">
              <a:avLst>
                <a:gd fmla="val 0" name="adj"/>
              </a:avLst>
            </a:prstGeom>
            <a:solidFill>
              <a:schemeClr val="lt1">
                <a:alpha val="346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4" name="Google Shape;154;p23"/>
            <p:cNvSpPr/>
            <p:nvPr/>
          </p:nvSpPr>
          <p:spPr>
            <a:xfrm rot="-5400000">
              <a:off x="5618399" y="123646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5" name="Google Shape;155;p23"/>
            <p:cNvSpPr/>
            <p:nvPr/>
          </p:nvSpPr>
          <p:spPr>
            <a:xfrm flipH="1">
              <a:off x="5849857" y="1443956"/>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6" name="Google Shape;156;p23"/>
            <p:cNvSpPr/>
            <p:nvPr/>
          </p:nvSpPr>
          <p:spPr>
            <a:xfrm rot="-5400000">
              <a:off x="5987081" y="24694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7" name="Google Shape;157;p23"/>
            <p:cNvSpPr/>
            <p:nvPr/>
          </p:nvSpPr>
          <p:spPr>
            <a:xfrm flipH="1">
              <a:off x="6222115" y="267695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3"/>
            <p:cNvSpPr/>
            <p:nvPr/>
          </p:nvSpPr>
          <p:spPr>
            <a:xfrm rot="-5400000">
              <a:off x="6675341" y="1862018"/>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9" name="Google Shape;159;p23"/>
            <p:cNvSpPr/>
            <p:nvPr/>
          </p:nvSpPr>
          <p:spPr>
            <a:xfrm flipH="1">
              <a:off x="6908099" y="2069505"/>
              <a:ext cx="808800" cy="808800"/>
            </a:xfrm>
            <a:prstGeom prst="diagStripe">
              <a:avLst>
                <a:gd fmla="val 50000" name="adj"/>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0" name="Google Shape;160;p23"/>
            <p:cNvSpPr/>
            <p:nvPr/>
          </p:nvSpPr>
          <p:spPr>
            <a:xfrm rot="-5400000">
              <a:off x="6861141" y="247781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23"/>
            <p:cNvSpPr/>
            <p:nvPr/>
          </p:nvSpPr>
          <p:spPr>
            <a:xfrm flipH="1">
              <a:off x="7965266" y="269296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2" name="Google Shape;162;p23"/>
            <p:cNvSpPr/>
            <p:nvPr/>
          </p:nvSpPr>
          <p:spPr>
            <a:xfrm flipH="1">
              <a:off x="8145082" y="330875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3" name="Google Shape;163;p23"/>
            <p:cNvSpPr/>
            <p:nvPr/>
          </p:nvSpPr>
          <p:spPr>
            <a:xfrm rot="-5400000">
              <a:off x="7047599" y="309501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4" name="Google Shape;164;p23"/>
            <p:cNvSpPr/>
            <p:nvPr/>
          </p:nvSpPr>
          <p:spPr>
            <a:xfrm flipH="1">
              <a:off x="7276649" y="3302502"/>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5" name="Google Shape;165;p23"/>
            <p:cNvSpPr/>
            <p:nvPr/>
          </p:nvSpPr>
          <p:spPr>
            <a:xfrm rot="-5400000">
              <a:off x="7227414" y="3710807"/>
              <a:ext cx="808800" cy="808800"/>
            </a:xfrm>
            <a:prstGeom prst="diagStripe">
              <a:avLst>
                <a:gd fmla="val 50000" name="adj"/>
              </a:avLst>
            </a:prstGeom>
            <a:solidFill>
              <a:schemeClr val="accen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6" name="Google Shape;166;p23"/>
            <p:cNvSpPr/>
            <p:nvPr/>
          </p:nvSpPr>
          <p:spPr>
            <a:xfrm flipH="1">
              <a:off x="7462448" y="3918294"/>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p23"/>
            <p:cNvSpPr/>
            <p:nvPr/>
          </p:nvSpPr>
          <p:spPr>
            <a:xfrm rot="-5400000">
              <a:off x="8102491" y="3718473"/>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8" name="Google Shape;168;p23"/>
            <p:cNvSpPr/>
            <p:nvPr/>
          </p:nvSpPr>
          <p:spPr>
            <a:xfrm flipH="1">
              <a:off x="8334533" y="3925960"/>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69" name="Google Shape;169;p23"/>
            <p:cNvSpPr/>
            <p:nvPr/>
          </p:nvSpPr>
          <p:spPr>
            <a:xfrm rot="-5400000">
              <a:off x="8288290" y="4334265"/>
              <a:ext cx="808800" cy="808800"/>
            </a:xfrm>
            <a:prstGeom prst="diagStripe">
              <a:avLst>
                <a:gd fmla="val 50000" name="adj"/>
              </a:avLst>
            </a:prstGeom>
            <a:solidFill>
              <a:schemeClr val="lt1">
                <a:alpha val="7310"/>
              </a:schemeClr>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170" name="Google Shape;170;p23"/>
          <p:cNvSpPr txBox="1"/>
          <p:nvPr>
            <p:ph hasCustomPrompt="1" type="title"/>
          </p:nvPr>
        </p:nvSpPr>
        <p:spPr>
          <a:xfrm>
            <a:off x="823850" y="1284675"/>
            <a:ext cx="4776000" cy="1300800"/>
          </a:xfrm>
          <a:prstGeom prst="rect">
            <a:avLst/>
          </a:prstGeom>
        </p:spPr>
        <p:txBody>
          <a:bodyPr anchorCtr="0" anchor="t" bIns="91425" lIns="91425" spcFirstLastPara="1" rIns="91425" wrap="square" tIns="91425">
            <a:normAutofit/>
          </a:bodyPr>
          <a:lstStyle>
            <a:lvl1pPr lvl="0">
              <a:spcBef>
                <a:spcPts val="0"/>
              </a:spcBef>
              <a:spcAft>
                <a:spcPts val="0"/>
              </a:spcAft>
              <a:buSzPts val="8000"/>
              <a:buNone/>
              <a:defRPr sz="8000"/>
            </a:lvl1pPr>
            <a:lvl2pPr lvl="1">
              <a:spcBef>
                <a:spcPts val="0"/>
              </a:spcBef>
              <a:spcAft>
                <a:spcPts val="0"/>
              </a:spcAft>
              <a:buSzPts val="8000"/>
              <a:buNone/>
              <a:defRPr sz="8000"/>
            </a:lvl2pPr>
            <a:lvl3pPr lvl="2">
              <a:spcBef>
                <a:spcPts val="0"/>
              </a:spcBef>
              <a:spcAft>
                <a:spcPts val="0"/>
              </a:spcAft>
              <a:buSzPts val="8000"/>
              <a:buNone/>
              <a:defRPr sz="8000"/>
            </a:lvl3pPr>
            <a:lvl4pPr lvl="3">
              <a:spcBef>
                <a:spcPts val="0"/>
              </a:spcBef>
              <a:spcAft>
                <a:spcPts val="0"/>
              </a:spcAft>
              <a:buSzPts val="8000"/>
              <a:buNone/>
              <a:defRPr sz="8000"/>
            </a:lvl4pPr>
            <a:lvl5pPr lvl="4">
              <a:spcBef>
                <a:spcPts val="0"/>
              </a:spcBef>
              <a:spcAft>
                <a:spcPts val="0"/>
              </a:spcAft>
              <a:buSzPts val="8000"/>
              <a:buNone/>
              <a:defRPr sz="8000"/>
            </a:lvl5pPr>
            <a:lvl6pPr lvl="5">
              <a:spcBef>
                <a:spcPts val="0"/>
              </a:spcBef>
              <a:spcAft>
                <a:spcPts val="0"/>
              </a:spcAft>
              <a:buSzPts val="8000"/>
              <a:buNone/>
              <a:defRPr sz="8000"/>
            </a:lvl6pPr>
            <a:lvl7pPr lvl="6">
              <a:spcBef>
                <a:spcPts val="0"/>
              </a:spcBef>
              <a:spcAft>
                <a:spcPts val="0"/>
              </a:spcAft>
              <a:buSzPts val="8000"/>
              <a:buNone/>
              <a:defRPr sz="8000"/>
            </a:lvl7pPr>
            <a:lvl8pPr lvl="7">
              <a:spcBef>
                <a:spcPts val="0"/>
              </a:spcBef>
              <a:spcAft>
                <a:spcPts val="0"/>
              </a:spcAft>
              <a:buSzPts val="8000"/>
              <a:buNone/>
              <a:defRPr sz="8000"/>
            </a:lvl8pPr>
            <a:lvl9pPr lvl="8">
              <a:spcBef>
                <a:spcPts val="0"/>
              </a:spcBef>
              <a:spcAft>
                <a:spcPts val="0"/>
              </a:spcAft>
              <a:buSzPts val="8000"/>
              <a:buNone/>
              <a:defRPr sz="8000"/>
            </a:lvl9pPr>
          </a:lstStyle>
          <a:p>
            <a:r>
              <a:t>xx%</a:t>
            </a:r>
          </a:p>
        </p:txBody>
      </p:sp>
      <p:sp>
        <p:nvSpPr>
          <p:cNvPr id="171" name="Google Shape;171;p23"/>
          <p:cNvSpPr txBox="1"/>
          <p:nvPr>
            <p:ph idx="1" type="body"/>
          </p:nvPr>
        </p:nvSpPr>
        <p:spPr>
          <a:xfrm>
            <a:off x="823850" y="2643124"/>
            <a:ext cx="4776000" cy="1218900"/>
          </a:xfrm>
          <a:prstGeom prst="rect">
            <a:avLst/>
          </a:prstGeom>
        </p:spPr>
        <p:txBody>
          <a:bodyPr anchorCtr="0" anchor="t" bIns="91425" lIns="91425" spcFirstLastPara="1" rIns="91425" wrap="square" tIns="91425">
            <a:normAutofit/>
          </a:bodyPr>
          <a:lstStyle>
            <a:lvl1pPr indent="-311150" lvl="0" marL="457200">
              <a:spcBef>
                <a:spcPts val="0"/>
              </a:spcBef>
              <a:spcAft>
                <a:spcPts val="0"/>
              </a:spcAft>
              <a:buSzPts val="1300"/>
              <a:buChar char="●"/>
              <a:defRPr/>
            </a:lvl1pPr>
            <a:lvl2pPr indent="-298450" lvl="1" marL="914400">
              <a:spcBef>
                <a:spcPts val="0"/>
              </a:spcBef>
              <a:spcAft>
                <a:spcPts val="0"/>
              </a:spcAft>
              <a:buSzPts val="1100"/>
              <a:buChar char="○"/>
              <a:defRPr/>
            </a:lvl2pPr>
            <a:lvl3pPr indent="-298450" lvl="2" marL="1371600">
              <a:spcBef>
                <a:spcPts val="0"/>
              </a:spcBef>
              <a:spcAft>
                <a:spcPts val="0"/>
              </a:spcAft>
              <a:buSzPts val="1100"/>
              <a:buChar char="■"/>
              <a:defRPr/>
            </a:lvl3pPr>
            <a:lvl4pPr indent="-298450" lvl="3" marL="1828800">
              <a:spcBef>
                <a:spcPts val="0"/>
              </a:spcBef>
              <a:spcAft>
                <a:spcPts val="0"/>
              </a:spcAft>
              <a:buSzPts val="1100"/>
              <a:buChar char="●"/>
              <a:defRPr/>
            </a:lvl4pPr>
            <a:lvl5pPr indent="-298450" lvl="4" marL="2286000">
              <a:spcBef>
                <a:spcPts val="0"/>
              </a:spcBef>
              <a:spcAft>
                <a:spcPts val="0"/>
              </a:spcAft>
              <a:buSzPts val="1100"/>
              <a:buChar char="○"/>
              <a:defRPr/>
            </a:lvl5pPr>
            <a:lvl6pPr indent="-298450" lvl="5" marL="2743200">
              <a:spcBef>
                <a:spcPts val="0"/>
              </a:spcBef>
              <a:spcAft>
                <a:spcPts val="0"/>
              </a:spcAft>
              <a:buSzPts val="1100"/>
              <a:buChar char="■"/>
              <a:defRPr/>
            </a:lvl6pPr>
            <a:lvl7pPr indent="-298450" lvl="6" marL="3200400">
              <a:spcBef>
                <a:spcPts val="0"/>
              </a:spcBef>
              <a:spcAft>
                <a:spcPts val="0"/>
              </a:spcAft>
              <a:buSzPts val="1100"/>
              <a:buChar char="●"/>
              <a:defRPr/>
            </a:lvl7pPr>
            <a:lvl8pPr indent="-298450" lvl="7" marL="3657600">
              <a:spcBef>
                <a:spcPts val="0"/>
              </a:spcBef>
              <a:spcAft>
                <a:spcPts val="0"/>
              </a:spcAft>
              <a:buSzPts val="1100"/>
              <a:buChar char="○"/>
              <a:defRPr/>
            </a:lvl8pPr>
            <a:lvl9pPr indent="-298450" lvl="8" marL="4114800">
              <a:spcBef>
                <a:spcPts val="0"/>
              </a:spcBef>
              <a:spcAft>
                <a:spcPts val="0"/>
              </a:spcAft>
              <a:buSzPts val="1100"/>
              <a:buChar char="■"/>
              <a:defRPr/>
            </a:lvl9pPr>
          </a:lstStyle>
          <a:p/>
        </p:txBody>
      </p:sp>
      <p:sp>
        <p:nvSpPr>
          <p:cNvPr id="172" name="Google Shape;172;p2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73" name="Shape 173"/>
        <p:cNvGrpSpPr/>
        <p:nvPr/>
      </p:nvGrpSpPr>
      <p:grpSpPr>
        <a:xfrm>
          <a:off x="0" y="0"/>
          <a:ext cx="0" cy="0"/>
          <a:chOff x="0" y="0"/>
          <a:chExt cx="0" cy="0"/>
        </a:xfrm>
      </p:grpSpPr>
      <p:sp>
        <p:nvSpPr>
          <p:cNvPr id="174" name="Google Shape;174;p2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r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3.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2.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focus">
    <p:bg>
      <p:bgPr>
        <a:solidFill>
          <a:schemeClr val="dk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1pPr>
            <a:lvl2pPr lvl="1">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2pPr>
            <a:lvl3pPr lvl="2">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3pPr>
            <a:lvl4pPr lvl="3">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4pPr>
            <a:lvl5pPr lvl="4">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5pPr>
            <a:lvl6pPr lvl="5">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6pPr>
            <a:lvl7pPr lvl="6">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7pPr>
            <a:lvl8pPr lvl="7">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8pPr>
            <a:lvl9pPr lvl="8">
              <a:spcBef>
                <a:spcPts val="0"/>
              </a:spcBef>
              <a:spcAft>
                <a:spcPts val="0"/>
              </a:spcAft>
              <a:buClr>
                <a:schemeClr val="lt1"/>
              </a:buClr>
              <a:buSzPts val="2800"/>
              <a:buFont typeface="Montserrat"/>
              <a:buNone/>
              <a:defRPr sz="2800">
                <a:solidFill>
                  <a:schemeClr val="lt1"/>
                </a:solidFill>
                <a:latin typeface="Montserrat"/>
                <a:ea typeface="Montserrat"/>
                <a:cs typeface="Montserrat"/>
                <a:sym typeface="Montserrat"/>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11150" lvl="0" marL="457200">
              <a:lnSpc>
                <a:spcPct val="115000"/>
              </a:lnSpc>
              <a:spcBef>
                <a:spcPts val="0"/>
              </a:spcBef>
              <a:spcAft>
                <a:spcPts val="0"/>
              </a:spcAft>
              <a:buClr>
                <a:schemeClr val="lt1"/>
              </a:buClr>
              <a:buSzPts val="1300"/>
              <a:buFont typeface="Lato"/>
              <a:buChar char="●"/>
              <a:defRPr sz="1300">
                <a:solidFill>
                  <a:schemeClr val="lt1"/>
                </a:solidFill>
                <a:latin typeface="Lato"/>
                <a:ea typeface="Lato"/>
                <a:cs typeface="Lato"/>
                <a:sym typeface="Lato"/>
              </a:defRPr>
            </a:lvl1pPr>
            <a:lvl2pPr indent="-298450" lvl="1" marL="914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2pPr>
            <a:lvl3pPr indent="-298450" lvl="2" marL="1371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3pPr>
            <a:lvl4pPr indent="-298450" lvl="3" marL="1828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4pPr>
            <a:lvl5pPr indent="-298450" lvl="4" marL="22860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5pPr>
            <a:lvl6pPr indent="-298450" lvl="5" marL="27432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6pPr>
            <a:lvl7pPr indent="-298450" lvl="6" marL="32004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7pPr>
            <a:lvl8pPr indent="-298450" lvl="7" marL="36576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8pPr>
            <a:lvl9pPr indent="-298450" lvl="8" marL="4114800">
              <a:lnSpc>
                <a:spcPct val="115000"/>
              </a:lnSpc>
              <a:spcBef>
                <a:spcPts val="0"/>
              </a:spcBef>
              <a:spcAft>
                <a:spcPts val="0"/>
              </a:spcAft>
              <a:buClr>
                <a:schemeClr val="lt1"/>
              </a:buClr>
              <a:buSzPts val="1100"/>
              <a:buFont typeface="Lato"/>
              <a:buChar char="■"/>
              <a:defRPr sz="1100">
                <a:solidFill>
                  <a:schemeClr val="lt1"/>
                </a:solidFill>
                <a:latin typeface="Lato"/>
                <a:ea typeface="Lato"/>
                <a:cs typeface="Lato"/>
                <a:sym typeface="Lato"/>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lt1"/>
                </a:solidFill>
                <a:latin typeface="Lato"/>
                <a:ea typeface="Lato"/>
                <a:cs typeface="Lato"/>
                <a:sym typeface="Lato"/>
              </a:defRPr>
            </a:lvl1pPr>
            <a:lvl2pPr lvl="1" algn="r">
              <a:buNone/>
              <a:defRPr sz="1000">
                <a:solidFill>
                  <a:schemeClr val="lt1"/>
                </a:solidFill>
                <a:latin typeface="Lato"/>
                <a:ea typeface="Lato"/>
                <a:cs typeface="Lato"/>
                <a:sym typeface="Lato"/>
              </a:defRPr>
            </a:lvl2pPr>
            <a:lvl3pPr lvl="2" algn="r">
              <a:buNone/>
              <a:defRPr sz="1000">
                <a:solidFill>
                  <a:schemeClr val="lt1"/>
                </a:solidFill>
                <a:latin typeface="Lato"/>
                <a:ea typeface="Lato"/>
                <a:cs typeface="Lato"/>
                <a:sym typeface="Lato"/>
              </a:defRPr>
            </a:lvl3pPr>
            <a:lvl4pPr lvl="3" algn="r">
              <a:buNone/>
              <a:defRPr sz="1000">
                <a:solidFill>
                  <a:schemeClr val="lt1"/>
                </a:solidFill>
                <a:latin typeface="Lato"/>
                <a:ea typeface="Lato"/>
                <a:cs typeface="Lato"/>
                <a:sym typeface="Lato"/>
              </a:defRPr>
            </a:lvl4pPr>
            <a:lvl5pPr lvl="4" algn="r">
              <a:buNone/>
              <a:defRPr sz="1000">
                <a:solidFill>
                  <a:schemeClr val="lt1"/>
                </a:solidFill>
                <a:latin typeface="Lato"/>
                <a:ea typeface="Lato"/>
                <a:cs typeface="Lato"/>
                <a:sym typeface="Lato"/>
              </a:defRPr>
            </a:lvl5pPr>
            <a:lvl6pPr lvl="5" algn="r">
              <a:buNone/>
              <a:defRPr sz="1000">
                <a:solidFill>
                  <a:schemeClr val="lt1"/>
                </a:solidFill>
                <a:latin typeface="Lato"/>
                <a:ea typeface="Lato"/>
                <a:cs typeface="Lato"/>
                <a:sym typeface="Lato"/>
              </a:defRPr>
            </a:lvl6pPr>
            <a:lvl7pPr lvl="6" algn="r">
              <a:buNone/>
              <a:defRPr sz="1000">
                <a:solidFill>
                  <a:schemeClr val="lt1"/>
                </a:solidFill>
                <a:latin typeface="Lato"/>
                <a:ea typeface="Lato"/>
                <a:cs typeface="Lato"/>
                <a:sym typeface="Lato"/>
              </a:defRPr>
            </a:lvl7pPr>
            <a:lvl8pPr lvl="7" algn="r">
              <a:buNone/>
              <a:defRPr sz="1000">
                <a:solidFill>
                  <a:schemeClr val="lt1"/>
                </a:solidFill>
                <a:latin typeface="Lato"/>
                <a:ea typeface="Lato"/>
                <a:cs typeface="Lato"/>
                <a:sym typeface="Lato"/>
              </a:defRPr>
            </a:lvl8pPr>
            <a:lvl9pPr lvl="8" algn="r">
              <a:buNone/>
              <a:defRPr sz="1000">
                <a:solidFill>
                  <a:schemeClr val="lt1"/>
                </a:solidFill>
                <a:latin typeface="Lato"/>
                <a:ea typeface="Lato"/>
                <a:cs typeface="Lato"/>
                <a:sym typeface="Lato"/>
              </a:defRPr>
            </a:lvl9pPr>
          </a:lstStyle>
          <a:p>
            <a:pPr indent="0" lvl="0" marL="0" rtl="0" algn="r">
              <a:spcBef>
                <a:spcPts val="0"/>
              </a:spcBef>
              <a:spcAft>
                <a:spcPts val="0"/>
              </a:spcAft>
              <a:buNone/>
            </a:pPr>
            <a:fld id="{00000000-1234-1234-1234-123412341234}" type="slidenum">
              <a:rPr lang="ro"/>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xml"/><Relationship Id="rId3" Type="http://schemas.openxmlformats.org/officeDocument/2006/relationships/image" Target="../media/image12.png"/><Relationship Id="rId4" Type="http://schemas.openxmlformats.org/officeDocument/2006/relationships/image" Target="../media/image8.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8.xml"/><Relationship Id="rId2" Type="http://schemas.openxmlformats.org/officeDocument/2006/relationships/notesSlide" Target="../notesSlides/notesSlide2.xml"/><Relationship Id="rId3" Type="http://schemas.openxmlformats.org/officeDocument/2006/relationships/image" Target="../media/image9.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3.xml"/><Relationship Id="rId3" Type="http://schemas.openxmlformats.org/officeDocument/2006/relationships/image" Target="../media/image19.png"/><Relationship Id="rId4" Type="http://schemas.openxmlformats.org/officeDocument/2006/relationships/image" Target="../media/image16.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 Id="rId3" Type="http://schemas.openxmlformats.org/officeDocument/2006/relationships/hyperlink" Target="https://docs.google.com/spreadsheets/d/1IZzJThLd0A4GZlURwBYGO3izRdXYmsx86lDZSquQ2_I/edit#gid=857895360" TargetMode="External"/><Relationship Id="rId4" Type="http://schemas.openxmlformats.org/officeDocument/2006/relationships/image" Target="../media/image18.png"/><Relationship Id="rId5" Type="http://schemas.openxmlformats.org/officeDocument/2006/relationships/hyperlink" Target="https://docs.google.com/spreadsheets/d/10QgkPUWLZzT-poKRoRaX8GnjNhd3JfMRHR6FPkCabQg/edit#gid=2021092695" TargetMode="Externa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4.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Relationship Id="rId3" Type="http://schemas.openxmlformats.org/officeDocument/2006/relationships/image" Target="../media/image20.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14.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5.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1.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1.xml"/><Relationship Id="rId3" Type="http://schemas.openxmlformats.org/officeDocument/2006/relationships/image" Target="../media/image2.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 Id="rId3"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3.xml"/><Relationship Id="rId3" Type="http://schemas.openxmlformats.org/officeDocument/2006/relationships/image" Target="../media/image13.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4.xml"/><Relationship Id="rId3"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5.xml"/><Relationship Id="rId3" Type="http://schemas.openxmlformats.org/officeDocument/2006/relationships/image" Target="../media/image1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7.xml"/><Relationship Id="rId3"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8.xml"/><Relationship Id="rId3" Type="http://schemas.openxmlformats.org/officeDocument/2006/relationships/image" Target="../media/image10.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19.xml"/><Relationship Id="rId3" Type="http://schemas.openxmlformats.org/officeDocument/2006/relationships/image" Target="../media/image2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21.xml"/><Relationship Id="rId3" Type="http://schemas.openxmlformats.org/officeDocument/2006/relationships/hyperlink" Target="https://pandas.pydata.org/docs/" TargetMode="External"/><Relationship Id="rId4" Type="http://schemas.openxmlformats.org/officeDocument/2006/relationships/hyperlink" Target="https://matplotlib.org/stable/index.html" TargetMode="Externa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8" name="Shape 178"/>
        <p:cNvGrpSpPr/>
        <p:nvPr/>
      </p:nvGrpSpPr>
      <p:grpSpPr>
        <a:xfrm>
          <a:off x="0" y="0"/>
          <a:ext cx="0" cy="0"/>
          <a:chOff x="0" y="0"/>
          <a:chExt cx="0" cy="0"/>
        </a:xfrm>
      </p:grpSpPr>
      <p:sp>
        <p:nvSpPr>
          <p:cNvPr id="179" name="Google Shape;179;p25"/>
          <p:cNvSpPr txBox="1"/>
          <p:nvPr>
            <p:ph type="ctrTitle"/>
          </p:nvPr>
        </p:nvSpPr>
        <p:spPr>
          <a:xfrm>
            <a:off x="3423000" y="638000"/>
            <a:ext cx="6450000" cy="20250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ro" sz="3900">
                <a:solidFill>
                  <a:srgbClr val="80C5A5"/>
                </a:solidFill>
                <a:latin typeface="Lato Black"/>
                <a:ea typeface="Lato Black"/>
                <a:cs typeface="Lato Black"/>
                <a:sym typeface="Lato Black"/>
              </a:rPr>
              <a:t>Applications with </a:t>
            </a:r>
            <a:endParaRPr sz="3900">
              <a:solidFill>
                <a:srgbClr val="80C5A5"/>
              </a:solidFill>
              <a:latin typeface="Lato Black"/>
              <a:ea typeface="Lato Black"/>
              <a:cs typeface="Lato Black"/>
              <a:sym typeface="Lato Black"/>
            </a:endParaRPr>
          </a:p>
          <a:p>
            <a:pPr indent="0" lvl="0" marL="0" rtl="0" algn="l">
              <a:spcBef>
                <a:spcPts val="0"/>
              </a:spcBef>
              <a:spcAft>
                <a:spcPts val="0"/>
              </a:spcAft>
              <a:buSzPts val="990"/>
              <a:buNone/>
            </a:pPr>
            <a:r>
              <a:rPr lang="ro" sz="3900">
                <a:solidFill>
                  <a:srgbClr val="80C5A5"/>
                </a:solidFill>
                <a:latin typeface="Lato Black"/>
                <a:ea typeface="Lato Black"/>
                <a:cs typeface="Lato Black"/>
                <a:sym typeface="Lato Black"/>
              </a:rPr>
              <a:t>regular expressions</a:t>
            </a:r>
            <a:endParaRPr sz="3900">
              <a:solidFill>
                <a:srgbClr val="80C5A5"/>
              </a:solidFill>
              <a:latin typeface="Lato Black"/>
              <a:ea typeface="Lato Black"/>
              <a:cs typeface="Lato Black"/>
              <a:sym typeface="Lato Black"/>
            </a:endParaRPr>
          </a:p>
        </p:txBody>
      </p:sp>
      <p:sp>
        <p:nvSpPr>
          <p:cNvPr id="180" name="Google Shape;180;p25"/>
          <p:cNvSpPr txBox="1"/>
          <p:nvPr>
            <p:ph idx="1" type="subTitle"/>
          </p:nvPr>
        </p:nvSpPr>
        <p:spPr>
          <a:xfrm>
            <a:off x="6538800" y="3003675"/>
            <a:ext cx="2605200" cy="798000"/>
          </a:xfrm>
          <a:prstGeom prst="rect">
            <a:avLst/>
          </a:prstGeom>
        </p:spPr>
        <p:txBody>
          <a:bodyPr anchorCtr="0" anchor="t" bIns="91425" lIns="91425" spcFirstLastPara="1" rIns="91425" wrap="square" tIns="91425">
            <a:normAutofit lnSpcReduction="20000"/>
          </a:bodyPr>
          <a:lstStyle/>
          <a:p>
            <a:pPr indent="0" lvl="0" marL="0" rtl="0" algn="l">
              <a:spcBef>
                <a:spcPts val="0"/>
              </a:spcBef>
              <a:spcAft>
                <a:spcPts val="0"/>
              </a:spcAft>
              <a:buNone/>
            </a:pPr>
            <a:r>
              <a:rPr lang="ro" sz="1700">
                <a:latin typeface="Times New Roman"/>
                <a:ea typeface="Times New Roman"/>
                <a:cs typeface="Times New Roman"/>
                <a:sym typeface="Times New Roman"/>
              </a:rPr>
              <a:t>Andoni </a:t>
            </a:r>
            <a:r>
              <a:rPr lang="ro" sz="1700">
                <a:latin typeface="Times New Roman"/>
                <a:ea typeface="Times New Roman"/>
                <a:cs typeface="Times New Roman"/>
                <a:sym typeface="Times New Roman"/>
              </a:rPr>
              <a:t>Iliuță Laurențiu </a:t>
            </a:r>
            <a:endParaRPr sz="1700">
              <a:latin typeface="Times New Roman"/>
              <a:ea typeface="Times New Roman"/>
              <a:cs typeface="Times New Roman"/>
              <a:sym typeface="Times New Roman"/>
            </a:endParaRPr>
          </a:p>
          <a:p>
            <a:pPr indent="0" lvl="0" marL="0" rtl="0" algn="l">
              <a:spcBef>
                <a:spcPts val="0"/>
              </a:spcBef>
              <a:spcAft>
                <a:spcPts val="0"/>
              </a:spcAft>
              <a:buNone/>
            </a:pPr>
            <a:r>
              <a:rPr lang="ro" sz="1700">
                <a:latin typeface="Times New Roman"/>
                <a:ea typeface="Times New Roman"/>
                <a:cs typeface="Times New Roman"/>
                <a:sym typeface="Times New Roman"/>
              </a:rPr>
              <a:t>Guriță Marius Alexandru</a:t>
            </a:r>
            <a:endParaRPr sz="1700">
              <a:latin typeface="Times New Roman"/>
              <a:ea typeface="Times New Roman"/>
              <a:cs typeface="Times New Roman"/>
              <a:sym typeface="Times New Roman"/>
            </a:endParaRPr>
          </a:p>
          <a:p>
            <a:pPr indent="0" lvl="0" marL="0" rtl="0" algn="l">
              <a:spcBef>
                <a:spcPts val="0"/>
              </a:spcBef>
              <a:spcAft>
                <a:spcPts val="0"/>
              </a:spcAft>
              <a:buNone/>
            </a:pPr>
            <a:r>
              <a:t/>
            </a:r>
            <a:endParaRPr>
              <a:latin typeface="Comfortaa SemiBold"/>
              <a:ea typeface="Comfortaa SemiBold"/>
              <a:cs typeface="Comfortaa SemiBold"/>
              <a:sym typeface="Comfortaa SemiBold"/>
            </a:endParaRPr>
          </a:p>
        </p:txBody>
      </p:sp>
      <p:pic>
        <p:nvPicPr>
          <p:cNvPr id="181" name="Google Shape;181;p25"/>
          <p:cNvPicPr preferRelativeResize="0"/>
          <p:nvPr/>
        </p:nvPicPr>
        <p:blipFill>
          <a:blip r:embed="rId3">
            <a:alphaModFix/>
          </a:blip>
          <a:stretch>
            <a:fillRect/>
          </a:stretch>
        </p:blipFill>
        <p:spPr>
          <a:xfrm>
            <a:off x="5151975" y="3801675"/>
            <a:ext cx="3992024" cy="1341825"/>
          </a:xfrm>
          <a:prstGeom prst="rect">
            <a:avLst/>
          </a:prstGeom>
          <a:noFill/>
          <a:ln>
            <a:noFill/>
          </a:ln>
        </p:spPr>
      </p:pic>
      <p:sp>
        <p:nvSpPr>
          <p:cNvPr id="182" name="Google Shape;182;p25"/>
          <p:cNvSpPr txBox="1"/>
          <p:nvPr/>
        </p:nvSpPr>
        <p:spPr>
          <a:xfrm>
            <a:off x="7460675" y="2230575"/>
            <a:ext cx="1567200" cy="600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2700">
                <a:solidFill>
                  <a:srgbClr val="4267B2"/>
                </a:solidFill>
                <a:latin typeface="Lato Black"/>
                <a:ea typeface="Lato Black"/>
                <a:cs typeface="Lato Black"/>
                <a:sym typeface="Lato Black"/>
              </a:rPr>
              <a:t>Metrics</a:t>
            </a:r>
            <a:endParaRPr sz="2700">
              <a:solidFill>
                <a:srgbClr val="4267B2"/>
              </a:solidFill>
              <a:latin typeface="Lato Black"/>
              <a:ea typeface="Lato Black"/>
              <a:cs typeface="Lato Black"/>
              <a:sym typeface="Lato Black"/>
            </a:endParaRPr>
          </a:p>
        </p:txBody>
      </p:sp>
      <p:pic>
        <p:nvPicPr>
          <p:cNvPr id="183" name="Google Shape;183;p25"/>
          <p:cNvPicPr preferRelativeResize="0"/>
          <p:nvPr/>
        </p:nvPicPr>
        <p:blipFill>
          <a:blip r:embed="rId4">
            <a:alphaModFix/>
          </a:blip>
          <a:stretch>
            <a:fillRect/>
          </a:stretch>
        </p:blipFill>
        <p:spPr>
          <a:xfrm>
            <a:off x="5835325" y="2321326"/>
            <a:ext cx="1625348" cy="3416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7" name="Shape 187"/>
        <p:cNvGrpSpPr/>
        <p:nvPr/>
      </p:nvGrpSpPr>
      <p:grpSpPr>
        <a:xfrm>
          <a:off x="0" y="0"/>
          <a:ext cx="0" cy="0"/>
          <a:chOff x="0" y="0"/>
          <a:chExt cx="0" cy="0"/>
        </a:xfrm>
      </p:grpSpPr>
      <p:sp>
        <p:nvSpPr>
          <p:cNvPr id="188" name="Google Shape;188;p26"/>
          <p:cNvSpPr txBox="1"/>
          <p:nvPr>
            <p:ph type="title"/>
          </p:nvPr>
        </p:nvSpPr>
        <p:spPr>
          <a:xfrm>
            <a:off x="63900" y="1768075"/>
            <a:ext cx="5334000" cy="25851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SzPts val="990"/>
              <a:buNone/>
            </a:pPr>
            <a:r>
              <a:rPr lang="ro" sz="3500">
                <a:latin typeface="Lato"/>
                <a:ea typeface="Lato"/>
                <a:cs typeface="Lato"/>
                <a:sym typeface="Lato"/>
              </a:rPr>
              <a:t>Make use of regular expressions to compute statistics of a database that contains  Facebook data of a worldwide cosmetic company page.</a:t>
            </a:r>
            <a:endParaRPr sz="3500">
              <a:latin typeface="Lato"/>
              <a:ea typeface="Lato"/>
              <a:cs typeface="Lato"/>
              <a:sym typeface="Lato"/>
            </a:endParaRPr>
          </a:p>
        </p:txBody>
      </p:sp>
      <p:sp>
        <p:nvSpPr>
          <p:cNvPr id="189" name="Google Shape;189;p26"/>
          <p:cNvSpPr txBox="1"/>
          <p:nvPr/>
        </p:nvSpPr>
        <p:spPr>
          <a:xfrm>
            <a:off x="0" y="80400"/>
            <a:ext cx="7996500" cy="1139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6200">
                <a:solidFill>
                  <a:srgbClr val="80C5A5"/>
                </a:solidFill>
                <a:latin typeface="Lato"/>
                <a:ea typeface="Lato"/>
                <a:cs typeface="Lato"/>
                <a:sym typeface="Lato"/>
              </a:rPr>
              <a:t>Mission statement:</a:t>
            </a:r>
            <a:endParaRPr b="1" sz="2300">
              <a:solidFill>
                <a:srgbClr val="80C5A5"/>
              </a:solidFill>
              <a:latin typeface="Lato"/>
              <a:ea typeface="Lato"/>
              <a:cs typeface="Lato"/>
              <a:sym typeface="Lato"/>
            </a:endParaRPr>
          </a:p>
        </p:txBody>
      </p:sp>
      <p:pic>
        <p:nvPicPr>
          <p:cNvPr id="190" name="Google Shape;190;p26"/>
          <p:cNvPicPr preferRelativeResize="0"/>
          <p:nvPr/>
        </p:nvPicPr>
        <p:blipFill>
          <a:blip r:embed="rId3">
            <a:alphaModFix/>
          </a:blip>
          <a:stretch>
            <a:fillRect/>
          </a:stretch>
        </p:blipFill>
        <p:spPr>
          <a:xfrm>
            <a:off x="7941457" y="187550"/>
            <a:ext cx="1141093" cy="1139101"/>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sp>
        <p:nvSpPr>
          <p:cNvPr id="195" name="Google Shape;195;p27"/>
          <p:cNvSpPr txBox="1"/>
          <p:nvPr/>
        </p:nvSpPr>
        <p:spPr>
          <a:xfrm>
            <a:off x="1397600" y="348250"/>
            <a:ext cx="4420800" cy="754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3700">
                <a:solidFill>
                  <a:schemeClr val="lt1"/>
                </a:solidFill>
                <a:latin typeface="Lato Black"/>
                <a:ea typeface="Lato Black"/>
                <a:cs typeface="Lato Black"/>
                <a:sym typeface="Lato Black"/>
              </a:rPr>
              <a:t>Overview:</a:t>
            </a:r>
            <a:endParaRPr sz="3700">
              <a:solidFill>
                <a:schemeClr val="lt1"/>
              </a:solidFill>
              <a:latin typeface="Lato Black"/>
              <a:ea typeface="Lato Black"/>
              <a:cs typeface="Lato Black"/>
              <a:sym typeface="Lato Black"/>
            </a:endParaRPr>
          </a:p>
        </p:txBody>
      </p:sp>
      <p:sp>
        <p:nvSpPr>
          <p:cNvPr id="196" name="Google Shape;196;p27"/>
          <p:cNvSpPr txBox="1"/>
          <p:nvPr/>
        </p:nvSpPr>
        <p:spPr>
          <a:xfrm>
            <a:off x="674275" y="1185600"/>
            <a:ext cx="8639700" cy="3957900"/>
          </a:xfrm>
          <a:prstGeom prst="rect">
            <a:avLst/>
          </a:prstGeom>
          <a:noFill/>
          <a:ln>
            <a:noFill/>
          </a:ln>
        </p:spPr>
        <p:txBody>
          <a:bodyPr anchorCtr="0" anchor="t" bIns="91425" lIns="91425" spcFirstLastPara="1" rIns="91425" wrap="square" tIns="91425">
            <a:spAutoFit/>
          </a:bodyPr>
          <a:lstStyle/>
          <a:p>
            <a:pPr indent="457200" lvl="0" marL="0" rtl="0" algn="l">
              <a:lnSpc>
                <a:spcPct val="115000"/>
              </a:lnSpc>
              <a:spcBef>
                <a:spcPts val="0"/>
              </a:spcBef>
              <a:spcAft>
                <a:spcPts val="0"/>
              </a:spcAft>
              <a:buNone/>
            </a:pPr>
            <a:r>
              <a:rPr lang="ro" sz="2000">
                <a:solidFill>
                  <a:schemeClr val="lt1"/>
                </a:solidFill>
                <a:latin typeface="Lato"/>
                <a:ea typeface="Lato"/>
                <a:cs typeface="Lato"/>
                <a:sym typeface="Lato"/>
              </a:rPr>
              <a:t>Using the paper ”Predicting social media performance metrics and evaluation of the impact on brand building: A data mining approach” </a:t>
            </a:r>
            <a:r>
              <a:rPr lang="ro" sz="2000">
                <a:solidFill>
                  <a:schemeClr val="lt1"/>
                </a:solidFill>
                <a:latin typeface="Lato"/>
                <a:ea typeface="Lato"/>
                <a:cs typeface="Lato"/>
                <a:sym typeface="Lato"/>
              </a:rPr>
              <a:t>we managed to understand the data presented in the database.</a:t>
            </a:r>
            <a:endParaRPr sz="2000">
              <a:solidFill>
                <a:schemeClr val="lt1"/>
              </a:solidFill>
              <a:latin typeface="Lato"/>
              <a:ea typeface="Lato"/>
              <a:cs typeface="Lato"/>
              <a:sym typeface="Lato"/>
            </a:endParaRPr>
          </a:p>
          <a:p>
            <a:pPr indent="457200" lvl="0" marL="0" rtl="0" algn="l">
              <a:lnSpc>
                <a:spcPct val="115000"/>
              </a:lnSpc>
              <a:spcBef>
                <a:spcPts val="1000"/>
              </a:spcBef>
              <a:spcAft>
                <a:spcPts val="0"/>
              </a:spcAft>
              <a:buNone/>
            </a:pPr>
            <a:r>
              <a:rPr lang="ro" sz="2000">
                <a:solidFill>
                  <a:schemeClr val="lt1"/>
                </a:solidFill>
                <a:latin typeface="Lato"/>
                <a:ea typeface="Lato"/>
                <a:cs typeface="Lato"/>
                <a:sym typeface="Lato"/>
              </a:rPr>
              <a:t>We got the advantage of the regular expressions to generate statistics that are relevant to assure efficient growth.  We had two trumps namely 	the Pandas which helped us exploit the data and Matplotlib which helped 	us </a:t>
            </a:r>
            <a:r>
              <a:rPr lang="ro" sz="2000">
                <a:solidFill>
                  <a:schemeClr val="lt1"/>
                </a:solidFill>
                <a:latin typeface="Lato"/>
                <a:ea typeface="Lato"/>
                <a:cs typeface="Lato"/>
                <a:sym typeface="Lato"/>
              </a:rPr>
              <a:t>develop</a:t>
            </a:r>
            <a:r>
              <a:rPr lang="ro" sz="2000">
                <a:solidFill>
                  <a:schemeClr val="lt1"/>
                </a:solidFill>
                <a:latin typeface="Lato"/>
                <a:ea typeface="Lato"/>
                <a:cs typeface="Lato"/>
                <a:sym typeface="Lato"/>
              </a:rPr>
              <a:t> the plots.</a:t>
            </a:r>
            <a:endParaRPr sz="2000">
              <a:solidFill>
                <a:schemeClr val="lt1"/>
              </a:solidFill>
              <a:latin typeface="Lato"/>
              <a:ea typeface="Lato"/>
              <a:cs typeface="Lato"/>
              <a:sym typeface="Lato"/>
            </a:endParaRPr>
          </a:p>
          <a:p>
            <a:pPr indent="457200" lvl="0" marL="0" rtl="0" algn="l">
              <a:lnSpc>
                <a:spcPct val="115000"/>
              </a:lnSpc>
              <a:spcBef>
                <a:spcPts val="1000"/>
              </a:spcBef>
              <a:spcAft>
                <a:spcPts val="0"/>
              </a:spcAft>
              <a:buNone/>
            </a:pPr>
            <a:r>
              <a:t/>
            </a:r>
            <a:endParaRPr sz="1600">
              <a:solidFill>
                <a:schemeClr val="lt1"/>
              </a:solidFill>
              <a:latin typeface="Lato"/>
              <a:ea typeface="Lato"/>
              <a:cs typeface="Lato"/>
              <a:sym typeface="Lato"/>
            </a:endParaRPr>
          </a:p>
          <a:p>
            <a:pPr indent="457200" lvl="0" marL="0" rtl="0" algn="l">
              <a:lnSpc>
                <a:spcPct val="115000"/>
              </a:lnSpc>
              <a:spcBef>
                <a:spcPts val="1000"/>
              </a:spcBef>
              <a:spcAft>
                <a:spcPts val="0"/>
              </a:spcAft>
              <a:buNone/>
            </a:pPr>
            <a:r>
              <a:t/>
            </a:r>
            <a:endParaRPr sz="1600">
              <a:solidFill>
                <a:schemeClr val="lt1"/>
              </a:solidFill>
              <a:latin typeface="Lato"/>
              <a:ea typeface="Lato"/>
              <a:cs typeface="Lato"/>
              <a:sym typeface="Lato"/>
            </a:endParaRPr>
          </a:p>
          <a:p>
            <a:pPr indent="0" lvl="0" marL="0" rtl="0" algn="l">
              <a:spcBef>
                <a:spcPts val="1000"/>
              </a:spcBef>
              <a:spcAft>
                <a:spcPts val="0"/>
              </a:spcAft>
              <a:buNone/>
            </a:pPr>
            <a:r>
              <a:t/>
            </a:r>
            <a:endParaRPr>
              <a:solidFill>
                <a:schemeClr val="lt1"/>
              </a:solidFill>
              <a:latin typeface="Lato"/>
              <a:ea typeface="Lato"/>
              <a:cs typeface="Lato"/>
              <a:sym typeface="Lato"/>
            </a:endParaRPr>
          </a:p>
        </p:txBody>
      </p:sp>
      <p:pic>
        <p:nvPicPr>
          <p:cNvPr id="197" name="Google Shape;197;p27"/>
          <p:cNvPicPr preferRelativeResize="0"/>
          <p:nvPr/>
        </p:nvPicPr>
        <p:blipFill>
          <a:blip r:embed="rId3">
            <a:alphaModFix/>
          </a:blip>
          <a:stretch>
            <a:fillRect/>
          </a:stretch>
        </p:blipFill>
        <p:spPr>
          <a:xfrm>
            <a:off x="5237275" y="3705063"/>
            <a:ext cx="2768199" cy="1118825"/>
          </a:xfrm>
          <a:prstGeom prst="rect">
            <a:avLst/>
          </a:prstGeom>
          <a:noFill/>
          <a:ln>
            <a:noFill/>
          </a:ln>
        </p:spPr>
      </p:pic>
      <p:pic>
        <p:nvPicPr>
          <p:cNvPr id="198" name="Google Shape;198;p27"/>
          <p:cNvPicPr preferRelativeResize="0"/>
          <p:nvPr/>
        </p:nvPicPr>
        <p:blipFill>
          <a:blip r:embed="rId4">
            <a:alphaModFix/>
          </a:blip>
          <a:stretch>
            <a:fillRect/>
          </a:stretch>
        </p:blipFill>
        <p:spPr>
          <a:xfrm>
            <a:off x="674275" y="3887374"/>
            <a:ext cx="3142494" cy="754200"/>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2" name="Shape 202"/>
        <p:cNvGrpSpPr/>
        <p:nvPr/>
      </p:nvGrpSpPr>
      <p:grpSpPr>
        <a:xfrm>
          <a:off x="0" y="0"/>
          <a:ext cx="0" cy="0"/>
          <a:chOff x="0" y="0"/>
          <a:chExt cx="0" cy="0"/>
        </a:xfrm>
      </p:grpSpPr>
      <p:cxnSp>
        <p:nvCxnSpPr>
          <p:cNvPr id="203" name="Google Shape;203;p28"/>
          <p:cNvCxnSpPr/>
          <p:nvPr/>
        </p:nvCxnSpPr>
        <p:spPr>
          <a:xfrm rot="10800000">
            <a:off x="509400" y="4552050"/>
            <a:ext cx="8147100" cy="0"/>
          </a:xfrm>
          <a:prstGeom prst="straightConnector1">
            <a:avLst/>
          </a:prstGeom>
          <a:noFill/>
          <a:ln cap="flat" cmpd="sng" w="19050">
            <a:solidFill>
              <a:schemeClr val="dk1"/>
            </a:solidFill>
            <a:prstDash val="dot"/>
            <a:round/>
            <a:headEnd len="med" w="med" type="none"/>
            <a:tailEnd len="med" w="med" type="none"/>
          </a:ln>
        </p:spPr>
      </p:cxnSp>
      <p:sp>
        <p:nvSpPr>
          <p:cNvPr id="204" name="Google Shape;204;p28"/>
          <p:cNvSpPr txBox="1"/>
          <p:nvPr/>
        </p:nvSpPr>
        <p:spPr>
          <a:xfrm>
            <a:off x="951550" y="1401900"/>
            <a:ext cx="4312500" cy="2339700"/>
          </a:xfrm>
          <a:prstGeom prst="rect">
            <a:avLst/>
          </a:prstGeom>
          <a:noFill/>
          <a:ln>
            <a:noFill/>
          </a:ln>
        </p:spPr>
        <p:txBody>
          <a:bodyPr anchorCtr="0" anchor="t" bIns="91425" lIns="91425" spcFirstLastPara="1" rIns="91425" wrap="square" tIns="91425">
            <a:spAutoFit/>
          </a:bodyPr>
          <a:lstStyle/>
          <a:p>
            <a:pPr indent="457200" lvl="0" marL="0" rtl="0" algn="l">
              <a:spcBef>
                <a:spcPts val="0"/>
              </a:spcBef>
              <a:spcAft>
                <a:spcPts val="0"/>
              </a:spcAft>
              <a:buNone/>
            </a:pPr>
            <a:r>
              <a:rPr lang="ro" sz="2000">
                <a:solidFill>
                  <a:schemeClr val="lt1"/>
                </a:solidFill>
                <a:latin typeface="Lato"/>
                <a:ea typeface="Lato"/>
                <a:cs typeface="Lato"/>
                <a:sym typeface="Lato"/>
              </a:rPr>
              <a:t>As Jim Bergeson said “Data will talk to you if you are willing to listen”, </a:t>
            </a:r>
            <a:r>
              <a:rPr lang="ro" sz="2000">
                <a:solidFill>
                  <a:schemeClr val="lt1"/>
                </a:solidFill>
                <a:latin typeface="Lato"/>
                <a:ea typeface="Lato"/>
                <a:cs typeface="Lato"/>
                <a:sym typeface="Lato"/>
              </a:rPr>
              <a:t>that is why we decided to make things a little bit easier</a:t>
            </a:r>
            <a:r>
              <a:rPr lang="ro" sz="2000">
                <a:solidFill>
                  <a:schemeClr val="lt1"/>
                </a:solidFill>
                <a:latin typeface="Lato"/>
                <a:ea typeface="Lato"/>
                <a:cs typeface="Lato"/>
                <a:sym typeface="Lato"/>
              </a:rPr>
              <a:t> using some python code. We have modified every possible number in the dataset so that the date can talk to us.</a:t>
            </a:r>
            <a:endParaRPr sz="2000">
              <a:solidFill>
                <a:schemeClr val="lt1"/>
              </a:solidFill>
              <a:latin typeface="Lato"/>
              <a:ea typeface="Lato"/>
              <a:cs typeface="Lato"/>
              <a:sym typeface="Lato"/>
            </a:endParaRPr>
          </a:p>
        </p:txBody>
      </p:sp>
      <p:sp>
        <p:nvSpPr>
          <p:cNvPr id="205" name="Google Shape;205;p28"/>
          <p:cNvSpPr txBox="1"/>
          <p:nvPr/>
        </p:nvSpPr>
        <p:spPr>
          <a:xfrm>
            <a:off x="7603550" y="4743300"/>
            <a:ext cx="14199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u="sng">
                <a:solidFill>
                  <a:schemeClr val="hlink"/>
                </a:solidFill>
                <a:latin typeface="Lato"/>
                <a:ea typeface="Lato"/>
                <a:cs typeface="Lato"/>
                <a:sym typeface="Lato"/>
                <a:hlinkClick r:id="rId3"/>
              </a:rPr>
              <a:t>Second Dataset</a:t>
            </a:r>
            <a:endParaRPr>
              <a:latin typeface="Lato"/>
              <a:ea typeface="Lato"/>
              <a:cs typeface="Lato"/>
              <a:sym typeface="Lato"/>
            </a:endParaRPr>
          </a:p>
        </p:txBody>
      </p:sp>
      <p:pic>
        <p:nvPicPr>
          <p:cNvPr id="206" name="Google Shape;206;p28"/>
          <p:cNvPicPr preferRelativeResize="0"/>
          <p:nvPr/>
        </p:nvPicPr>
        <p:blipFill>
          <a:blip r:embed="rId4">
            <a:alphaModFix/>
          </a:blip>
          <a:stretch>
            <a:fillRect/>
          </a:stretch>
        </p:blipFill>
        <p:spPr>
          <a:xfrm>
            <a:off x="5264050" y="17607"/>
            <a:ext cx="3879950" cy="4736243"/>
          </a:xfrm>
          <a:prstGeom prst="rect">
            <a:avLst/>
          </a:prstGeom>
          <a:noFill/>
          <a:ln>
            <a:noFill/>
          </a:ln>
        </p:spPr>
      </p:pic>
      <p:sp>
        <p:nvSpPr>
          <p:cNvPr id="207" name="Google Shape;207;p28"/>
          <p:cNvSpPr txBox="1"/>
          <p:nvPr/>
        </p:nvSpPr>
        <p:spPr>
          <a:xfrm>
            <a:off x="102325" y="4652375"/>
            <a:ext cx="1361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u="sng">
                <a:solidFill>
                  <a:schemeClr val="hlink"/>
                </a:solidFill>
                <a:latin typeface="Lato"/>
                <a:ea typeface="Lato"/>
                <a:cs typeface="Lato"/>
                <a:sym typeface="Lato"/>
                <a:hlinkClick r:id="rId5"/>
              </a:rPr>
              <a:t>First Dataset</a:t>
            </a:r>
            <a:endParaRPr>
              <a:latin typeface="Lato"/>
              <a:ea typeface="Lato"/>
              <a:cs typeface="Lato"/>
              <a:sym typeface="Lato"/>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1" name="Shape 211"/>
        <p:cNvGrpSpPr/>
        <p:nvPr/>
      </p:nvGrpSpPr>
      <p:grpSpPr>
        <a:xfrm>
          <a:off x="0" y="0"/>
          <a:ext cx="0" cy="0"/>
          <a:chOff x="0" y="0"/>
          <a:chExt cx="0" cy="0"/>
        </a:xfrm>
      </p:grpSpPr>
      <p:sp>
        <p:nvSpPr>
          <p:cNvPr id="212" name="Google Shape;212;p29"/>
          <p:cNvSpPr txBox="1"/>
          <p:nvPr>
            <p:ph type="title"/>
          </p:nvPr>
        </p:nvSpPr>
        <p:spPr>
          <a:xfrm>
            <a:off x="1119525" y="849150"/>
            <a:ext cx="7694100" cy="914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sz="2200">
                <a:latin typeface="Lato"/>
                <a:ea typeface="Lato"/>
                <a:cs typeface="Lato"/>
                <a:sym typeface="Lato"/>
              </a:rPr>
              <a:t>The second thing we did was to create two  new columns, namely: “People who are not interested in the post” and “New Viewers”.</a:t>
            </a:r>
            <a:endParaRPr sz="2200">
              <a:latin typeface="Lato"/>
              <a:ea typeface="Lato"/>
              <a:cs typeface="Lato"/>
              <a:sym typeface="Lato"/>
            </a:endParaRPr>
          </a:p>
          <a:p>
            <a:pPr indent="0" lvl="0" marL="0" rtl="0" algn="l">
              <a:spcBef>
                <a:spcPts val="0"/>
              </a:spcBef>
              <a:spcAft>
                <a:spcPts val="0"/>
              </a:spcAft>
              <a:buNone/>
            </a:pPr>
            <a:r>
              <a:t/>
            </a:r>
            <a:endParaRPr/>
          </a:p>
        </p:txBody>
      </p:sp>
      <p:sp>
        <p:nvSpPr>
          <p:cNvPr id="213" name="Google Shape;213;p29"/>
          <p:cNvSpPr txBox="1"/>
          <p:nvPr/>
        </p:nvSpPr>
        <p:spPr>
          <a:xfrm>
            <a:off x="5378800" y="2598450"/>
            <a:ext cx="36567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500">
                <a:solidFill>
                  <a:schemeClr val="lt1"/>
                </a:solidFill>
                <a:latin typeface="Lato"/>
                <a:ea typeface="Lato"/>
                <a:cs typeface="Lato"/>
                <a:sym typeface="Lato"/>
              </a:rPr>
              <a:t>“People who are not interested in the post” = "Lifetime Post Total Reach" - "Lifetime Engaged Users”</a:t>
            </a:r>
            <a:endParaRPr sz="1500">
              <a:latin typeface="Lato"/>
              <a:ea typeface="Lato"/>
              <a:cs typeface="Lato"/>
              <a:sym typeface="Lato"/>
            </a:endParaRPr>
          </a:p>
        </p:txBody>
      </p:sp>
      <p:sp>
        <p:nvSpPr>
          <p:cNvPr id="214" name="Google Shape;214;p29"/>
          <p:cNvSpPr txBox="1"/>
          <p:nvPr/>
        </p:nvSpPr>
        <p:spPr>
          <a:xfrm>
            <a:off x="5378800" y="1763250"/>
            <a:ext cx="3656700" cy="877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500">
                <a:solidFill>
                  <a:schemeClr val="lt1"/>
                </a:solidFill>
                <a:latin typeface="Lato"/>
                <a:ea typeface="Lato"/>
                <a:cs typeface="Lato"/>
                <a:sym typeface="Lato"/>
              </a:rPr>
              <a:t>"New Viewers"="Lifetime Post Total Reach" - "Lifetime Post reach by people who like your Page"</a:t>
            </a:r>
            <a:endParaRPr sz="1500">
              <a:solidFill>
                <a:schemeClr val="lt1"/>
              </a:solidFill>
              <a:latin typeface="Lato"/>
              <a:ea typeface="Lato"/>
              <a:cs typeface="Lato"/>
              <a:sym typeface="Lato"/>
            </a:endParaRPr>
          </a:p>
        </p:txBody>
      </p:sp>
      <p:pic>
        <p:nvPicPr>
          <p:cNvPr id="215" name="Google Shape;215;p29"/>
          <p:cNvPicPr preferRelativeResize="0"/>
          <p:nvPr/>
        </p:nvPicPr>
        <p:blipFill>
          <a:blip r:embed="rId3">
            <a:alphaModFix/>
          </a:blip>
          <a:stretch>
            <a:fillRect/>
          </a:stretch>
        </p:blipFill>
        <p:spPr>
          <a:xfrm>
            <a:off x="0" y="1763250"/>
            <a:ext cx="5378801" cy="1712400"/>
          </a:xfrm>
          <a:prstGeom prst="rect">
            <a:avLst/>
          </a:prstGeom>
          <a:noFill/>
          <a:ln>
            <a:noFill/>
          </a:ln>
        </p:spPr>
      </p:pic>
      <p:sp>
        <p:nvSpPr>
          <p:cNvPr id="216" name="Google Shape;216;p29"/>
          <p:cNvSpPr txBox="1"/>
          <p:nvPr/>
        </p:nvSpPr>
        <p:spPr>
          <a:xfrm>
            <a:off x="321475" y="4246075"/>
            <a:ext cx="8425200" cy="738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1200">
                <a:solidFill>
                  <a:schemeClr val="lt1"/>
                </a:solidFill>
                <a:latin typeface="Lato"/>
                <a:ea typeface="Lato"/>
                <a:cs typeface="Lato"/>
                <a:sym typeface="Lato"/>
              </a:rPr>
              <a:t>Lifetime Post Total Reach = The number of people who saw a page post ( UNIQUE)</a:t>
            </a:r>
            <a:endParaRPr b="1" sz="1200">
              <a:solidFill>
                <a:schemeClr val="lt1"/>
              </a:solidFill>
              <a:latin typeface="Lato"/>
              <a:ea typeface="Lato"/>
              <a:cs typeface="Lato"/>
              <a:sym typeface="Lato"/>
            </a:endParaRPr>
          </a:p>
          <a:p>
            <a:pPr indent="0" lvl="0" marL="0" rtl="0" algn="l">
              <a:spcBef>
                <a:spcPts val="0"/>
              </a:spcBef>
              <a:spcAft>
                <a:spcPts val="0"/>
              </a:spcAft>
              <a:buNone/>
            </a:pPr>
            <a:r>
              <a:rPr b="1" lang="ro" sz="1200">
                <a:solidFill>
                  <a:schemeClr val="lt1"/>
                </a:solidFill>
                <a:latin typeface="Lato"/>
                <a:ea typeface="Lato"/>
                <a:cs typeface="Lato"/>
                <a:sym typeface="Lato"/>
              </a:rPr>
              <a:t>Lifetime Post reach by people who like your Page = Total number of impressions just from people who have liked a page.</a:t>
            </a:r>
            <a:endParaRPr b="1" sz="1200">
              <a:solidFill>
                <a:schemeClr val="lt1"/>
              </a:solidFill>
              <a:latin typeface="Lato"/>
              <a:ea typeface="Lato"/>
              <a:cs typeface="Lato"/>
              <a:sym typeface="Lato"/>
            </a:endParaRPr>
          </a:p>
          <a:p>
            <a:pPr indent="0" lvl="0" marL="0" rtl="0" algn="l">
              <a:spcBef>
                <a:spcPts val="0"/>
              </a:spcBef>
              <a:spcAft>
                <a:spcPts val="0"/>
              </a:spcAft>
              <a:buNone/>
            </a:pPr>
            <a:r>
              <a:rPr b="1" lang="ro" sz="1200">
                <a:solidFill>
                  <a:schemeClr val="lt1"/>
                </a:solidFill>
                <a:latin typeface="Lato"/>
                <a:ea typeface="Lato"/>
                <a:cs typeface="Lato"/>
                <a:sym typeface="Lato"/>
              </a:rPr>
              <a:t>Lifetime Engaged Users = The number of people who clicked anywhere in a post (UNIQUE).</a:t>
            </a:r>
            <a:endParaRPr b="1" sz="1200">
              <a:solidFill>
                <a:schemeClr val="lt1"/>
              </a:solidFill>
              <a:latin typeface="Lato"/>
              <a:ea typeface="Lato"/>
              <a:cs typeface="Lato"/>
              <a:sym typeface="Lato"/>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0"/>
          <p:cNvSpPr txBox="1"/>
          <p:nvPr/>
        </p:nvSpPr>
        <p:spPr>
          <a:xfrm>
            <a:off x="0" y="214325"/>
            <a:ext cx="5042700" cy="10119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ro" sz="2500">
                <a:solidFill>
                  <a:schemeClr val="lt1"/>
                </a:solidFill>
                <a:latin typeface="Lato Black"/>
                <a:ea typeface="Lato Black"/>
                <a:cs typeface="Lato Black"/>
                <a:sym typeface="Lato Black"/>
              </a:rPr>
              <a:t>Impact of different category post on the Lifetime Engaged User</a:t>
            </a:r>
            <a:endParaRPr sz="2500">
              <a:solidFill>
                <a:schemeClr val="lt1"/>
              </a:solidFill>
              <a:latin typeface="Lato Black"/>
              <a:ea typeface="Lato Black"/>
              <a:cs typeface="Lato Black"/>
              <a:sym typeface="Lato Black"/>
            </a:endParaRPr>
          </a:p>
        </p:txBody>
      </p:sp>
      <p:sp>
        <p:nvSpPr>
          <p:cNvPr id="222" name="Google Shape;222;p30"/>
          <p:cNvSpPr txBox="1"/>
          <p:nvPr/>
        </p:nvSpPr>
        <p:spPr>
          <a:xfrm>
            <a:off x="226200" y="1226225"/>
            <a:ext cx="4345800" cy="24474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sz="1700">
                <a:solidFill>
                  <a:schemeClr val="lt1"/>
                </a:solidFill>
                <a:latin typeface="Lato"/>
                <a:ea typeface="Lato"/>
                <a:cs typeface="Lato"/>
                <a:sym typeface="Lato"/>
              </a:rPr>
              <a:t>Action Post Impact = special offers and contests</a:t>
            </a:r>
            <a:endParaRPr sz="1700">
              <a:solidFill>
                <a:schemeClr val="lt1"/>
              </a:solidFill>
              <a:latin typeface="Lato"/>
              <a:ea typeface="Lato"/>
              <a:cs typeface="Lato"/>
              <a:sym typeface="Lato"/>
            </a:endParaRPr>
          </a:p>
          <a:p>
            <a:pPr indent="0" lvl="0" marL="0" rtl="0" algn="l">
              <a:spcBef>
                <a:spcPts val="0"/>
              </a:spcBef>
              <a:spcAft>
                <a:spcPts val="0"/>
              </a:spcAft>
              <a:buNone/>
            </a:pPr>
            <a:r>
              <a:t/>
            </a:r>
            <a:endParaRPr sz="1700">
              <a:solidFill>
                <a:schemeClr val="lt1"/>
              </a:solidFill>
              <a:latin typeface="Lato"/>
              <a:ea typeface="Lato"/>
              <a:cs typeface="Lato"/>
              <a:sym typeface="Lato"/>
            </a:endParaRPr>
          </a:p>
          <a:p>
            <a:pPr indent="0" lvl="0" marL="0" rtl="0" algn="l">
              <a:spcBef>
                <a:spcPts val="0"/>
              </a:spcBef>
              <a:spcAft>
                <a:spcPts val="0"/>
              </a:spcAft>
              <a:buNone/>
            </a:pPr>
            <a:r>
              <a:rPr lang="ro" sz="1700">
                <a:solidFill>
                  <a:schemeClr val="lt1"/>
                </a:solidFill>
                <a:latin typeface="Lato"/>
                <a:ea typeface="Lato"/>
                <a:cs typeface="Lato"/>
                <a:sym typeface="Lato"/>
              </a:rPr>
              <a:t>Product Post Impact =direct advertisement, explicit brand content</a:t>
            </a:r>
            <a:endParaRPr sz="1700">
              <a:solidFill>
                <a:schemeClr val="lt1"/>
              </a:solidFill>
              <a:latin typeface="Lato"/>
              <a:ea typeface="Lato"/>
              <a:cs typeface="Lato"/>
              <a:sym typeface="Lato"/>
            </a:endParaRPr>
          </a:p>
          <a:p>
            <a:pPr indent="0" lvl="0" marL="0" rtl="0" algn="l">
              <a:spcBef>
                <a:spcPts val="0"/>
              </a:spcBef>
              <a:spcAft>
                <a:spcPts val="0"/>
              </a:spcAft>
              <a:buNone/>
            </a:pPr>
            <a:r>
              <a:t/>
            </a:r>
            <a:endParaRPr sz="1700">
              <a:solidFill>
                <a:schemeClr val="lt1"/>
              </a:solidFill>
              <a:latin typeface="Lato"/>
              <a:ea typeface="Lato"/>
              <a:cs typeface="Lato"/>
              <a:sym typeface="Lato"/>
            </a:endParaRPr>
          </a:p>
          <a:p>
            <a:pPr indent="0" lvl="0" marL="0" rtl="0" algn="l">
              <a:spcBef>
                <a:spcPts val="0"/>
              </a:spcBef>
              <a:spcAft>
                <a:spcPts val="0"/>
              </a:spcAft>
              <a:buNone/>
            </a:pPr>
            <a:r>
              <a:rPr lang="ro" sz="1700">
                <a:solidFill>
                  <a:schemeClr val="lt1"/>
                </a:solidFill>
                <a:latin typeface="Lato"/>
                <a:ea typeface="Lato"/>
                <a:cs typeface="Lato"/>
                <a:sym typeface="Lato"/>
              </a:rPr>
              <a:t>Inspiration Post Impact = non-explicit brand related content</a:t>
            </a:r>
            <a:endParaRPr sz="1700">
              <a:solidFill>
                <a:schemeClr val="lt1"/>
              </a:solidFill>
              <a:latin typeface="Lato"/>
              <a:ea typeface="Lato"/>
              <a:cs typeface="Lato"/>
              <a:sym typeface="Lato"/>
            </a:endParaRPr>
          </a:p>
          <a:p>
            <a:pPr indent="0" lvl="0" marL="0" rtl="0" algn="l">
              <a:spcBef>
                <a:spcPts val="0"/>
              </a:spcBef>
              <a:spcAft>
                <a:spcPts val="0"/>
              </a:spcAft>
              <a:buNone/>
            </a:pPr>
            <a:r>
              <a:t/>
            </a:r>
            <a:endParaRPr sz="1100">
              <a:latin typeface="Calibri"/>
              <a:ea typeface="Calibri"/>
              <a:cs typeface="Calibri"/>
              <a:sym typeface="Calibri"/>
            </a:endParaRPr>
          </a:p>
        </p:txBody>
      </p:sp>
      <p:pic>
        <p:nvPicPr>
          <p:cNvPr id="223" name="Google Shape;223;p30"/>
          <p:cNvPicPr preferRelativeResize="0"/>
          <p:nvPr/>
        </p:nvPicPr>
        <p:blipFill>
          <a:blip r:embed="rId3">
            <a:alphaModFix/>
          </a:blip>
          <a:stretch>
            <a:fillRect/>
          </a:stretch>
        </p:blipFill>
        <p:spPr>
          <a:xfrm>
            <a:off x="5068968" y="0"/>
            <a:ext cx="4075033" cy="5097850"/>
          </a:xfrm>
          <a:prstGeom prst="rect">
            <a:avLst/>
          </a:prstGeom>
          <a:noFill/>
          <a:ln>
            <a:noFill/>
          </a:ln>
        </p:spPr>
      </p:pic>
      <p:sp>
        <p:nvSpPr>
          <p:cNvPr id="224" name="Google Shape;224;p30"/>
          <p:cNvSpPr txBox="1"/>
          <p:nvPr/>
        </p:nvSpPr>
        <p:spPr>
          <a:xfrm>
            <a:off x="60300" y="4543750"/>
            <a:ext cx="4982400" cy="554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1200">
                <a:solidFill>
                  <a:schemeClr val="lt1"/>
                </a:solidFill>
                <a:latin typeface="Lato"/>
                <a:ea typeface="Lato"/>
                <a:cs typeface="Lato"/>
                <a:sym typeface="Lato"/>
              </a:rPr>
              <a:t>Lifetime Engaged Users =</a:t>
            </a:r>
            <a:endParaRPr b="1" sz="1200">
              <a:solidFill>
                <a:schemeClr val="lt1"/>
              </a:solidFill>
              <a:latin typeface="Lato"/>
              <a:ea typeface="Lato"/>
              <a:cs typeface="Lato"/>
              <a:sym typeface="Lato"/>
            </a:endParaRPr>
          </a:p>
          <a:p>
            <a:pPr indent="0" lvl="0" marL="0" rtl="0" algn="l">
              <a:spcBef>
                <a:spcPts val="0"/>
              </a:spcBef>
              <a:spcAft>
                <a:spcPts val="0"/>
              </a:spcAft>
              <a:buNone/>
            </a:pPr>
            <a:r>
              <a:rPr b="1" lang="ro" sz="1200">
                <a:solidFill>
                  <a:schemeClr val="lt1"/>
                </a:solidFill>
                <a:latin typeface="Lato"/>
                <a:ea typeface="Lato"/>
                <a:cs typeface="Lato"/>
                <a:sym typeface="Lato"/>
              </a:rPr>
              <a:t>The number of people who clicked anywhere in a post (UNIQUE).</a:t>
            </a:r>
            <a:endParaRPr b="1" sz="1200">
              <a:solidFill>
                <a:schemeClr val="lt1"/>
              </a:solidFill>
              <a:latin typeface="Lato"/>
              <a:ea typeface="Lato"/>
              <a:cs typeface="Lato"/>
              <a:sym typeface="Lato"/>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8" name="Shape 228"/>
        <p:cNvGrpSpPr/>
        <p:nvPr/>
      </p:nvGrpSpPr>
      <p:grpSpPr>
        <a:xfrm>
          <a:off x="0" y="0"/>
          <a:ext cx="0" cy="0"/>
          <a:chOff x="0" y="0"/>
          <a:chExt cx="0" cy="0"/>
        </a:xfrm>
      </p:grpSpPr>
      <p:sp>
        <p:nvSpPr>
          <p:cNvPr id="229" name="Google Shape;229;p31"/>
          <p:cNvSpPr txBox="1"/>
          <p:nvPr>
            <p:ph type="title"/>
          </p:nvPr>
        </p:nvSpPr>
        <p:spPr>
          <a:xfrm>
            <a:off x="1297500" y="393750"/>
            <a:ext cx="7038900" cy="91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30" name="Google Shape;230;p31"/>
          <p:cNvSpPr txBox="1"/>
          <p:nvPr>
            <p:ph idx="1" type="body"/>
          </p:nvPr>
        </p:nvSpPr>
        <p:spPr>
          <a:xfrm>
            <a:off x="1297500"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sp>
        <p:nvSpPr>
          <p:cNvPr id="231" name="Google Shape;231;p31"/>
          <p:cNvSpPr txBox="1"/>
          <p:nvPr>
            <p:ph idx="2" type="body"/>
          </p:nvPr>
        </p:nvSpPr>
        <p:spPr>
          <a:xfrm>
            <a:off x="4933221" y="1567550"/>
            <a:ext cx="3403200" cy="29112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32" name="Google Shape;232;p31"/>
          <p:cNvPicPr preferRelativeResize="0"/>
          <p:nvPr/>
        </p:nvPicPr>
        <p:blipFill>
          <a:blip r:embed="rId3">
            <a:alphaModFix/>
          </a:blip>
          <a:stretch>
            <a:fillRect/>
          </a:stretch>
        </p:blipFill>
        <p:spPr>
          <a:xfrm>
            <a:off x="0" y="285737"/>
            <a:ext cx="9144000" cy="4572025"/>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6" name="Shape 236"/>
        <p:cNvGrpSpPr/>
        <p:nvPr/>
      </p:nvGrpSpPr>
      <p:grpSpPr>
        <a:xfrm>
          <a:off x="0" y="0"/>
          <a:ext cx="0" cy="0"/>
          <a:chOff x="0" y="0"/>
          <a:chExt cx="0" cy="0"/>
        </a:xfrm>
      </p:grpSpPr>
      <p:sp>
        <p:nvSpPr>
          <p:cNvPr id="237" name="Google Shape;237;p32"/>
          <p:cNvSpPr txBox="1"/>
          <p:nvPr/>
        </p:nvSpPr>
        <p:spPr>
          <a:xfrm>
            <a:off x="781375" y="884075"/>
            <a:ext cx="8599200" cy="5694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ro" sz="2500">
                <a:solidFill>
                  <a:schemeClr val="lt1"/>
                </a:solidFill>
                <a:latin typeface="Lato Black"/>
                <a:ea typeface="Lato Black"/>
                <a:cs typeface="Lato Black"/>
                <a:sym typeface="Lato Black"/>
              </a:rPr>
              <a:t>Lifetime Post Total Reach Measured on Every Weekday</a:t>
            </a:r>
            <a:endParaRPr sz="2500">
              <a:solidFill>
                <a:schemeClr val="lt1"/>
              </a:solidFill>
              <a:latin typeface="Lato Black"/>
              <a:ea typeface="Lato Black"/>
              <a:cs typeface="Lato Black"/>
              <a:sym typeface="Lato Black"/>
            </a:endParaRPr>
          </a:p>
        </p:txBody>
      </p:sp>
      <p:pic>
        <p:nvPicPr>
          <p:cNvPr id="238" name="Google Shape;238;p32"/>
          <p:cNvPicPr preferRelativeResize="0"/>
          <p:nvPr/>
        </p:nvPicPr>
        <p:blipFill>
          <a:blip r:embed="rId3">
            <a:alphaModFix/>
          </a:blip>
          <a:stretch>
            <a:fillRect/>
          </a:stretch>
        </p:blipFill>
        <p:spPr>
          <a:xfrm>
            <a:off x="2260425" y="1766800"/>
            <a:ext cx="4406801" cy="2626875"/>
          </a:xfrm>
          <a:prstGeom prst="rect">
            <a:avLst/>
          </a:prstGeom>
          <a:noFill/>
          <a:ln>
            <a:noFill/>
          </a:ln>
        </p:spPr>
      </p:pic>
      <p:sp>
        <p:nvSpPr>
          <p:cNvPr id="239" name="Google Shape;239;p32"/>
          <p:cNvSpPr txBox="1"/>
          <p:nvPr/>
        </p:nvSpPr>
        <p:spPr>
          <a:xfrm>
            <a:off x="3152200" y="4646100"/>
            <a:ext cx="57687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1200">
                <a:solidFill>
                  <a:schemeClr val="lt1"/>
                </a:solidFill>
                <a:latin typeface="Lato"/>
                <a:ea typeface="Lato"/>
                <a:cs typeface="Lato"/>
                <a:sym typeface="Lato"/>
              </a:rPr>
              <a:t>Lifetime Post Total Reach = The number of people who saw a page post ( UNIQUE )</a:t>
            </a:r>
            <a:endParaRPr b="1" sz="1500">
              <a:solidFill>
                <a:schemeClr val="lt1"/>
              </a:solidFill>
              <a:latin typeface="Lato"/>
              <a:ea typeface="Lato"/>
              <a:cs typeface="Lato"/>
              <a:sym typeface="Lato"/>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3" name="Shape 243"/>
        <p:cNvGrpSpPr/>
        <p:nvPr/>
      </p:nvGrpSpPr>
      <p:grpSpPr>
        <a:xfrm>
          <a:off x="0" y="0"/>
          <a:ext cx="0" cy="0"/>
          <a:chOff x="0" y="0"/>
          <a:chExt cx="0" cy="0"/>
        </a:xfrm>
      </p:grpSpPr>
      <p:pic>
        <p:nvPicPr>
          <p:cNvPr id="244" name="Google Shape;244;p33"/>
          <p:cNvPicPr preferRelativeResize="0"/>
          <p:nvPr/>
        </p:nvPicPr>
        <p:blipFill>
          <a:blip r:embed="rId3">
            <a:alphaModFix/>
          </a:blip>
          <a:stretch>
            <a:fillRect/>
          </a:stretch>
        </p:blipFill>
        <p:spPr>
          <a:xfrm>
            <a:off x="0" y="272950"/>
            <a:ext cx="9144000" cy="4572000"/>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8" name="Shape 248"/>
        <p:cNvGrpSpPr/>
        <p:nvPr/>
      </p:nvGrpSpPr>
      <p:grpSpPr>
        <a:xfrm>
          <a:off x="0" y="0"/>
          <a:ext cx="0" cy="0"/>
          <a:chOff x="0" y="0"/>
          <a:chExt cx="0" cy="0"/>
        </a:xfrm>
      </p:grpSpPr>
      <p:sp>
        <p:nvSpPr>
          <p:cNvPr id="249" name="Google Shape;249;p34"/>
          <p:cNvSpPr txBox="1"/>
          <p:nvPr/>
        </p:nvSpPr>
        <p:spPr>
          <a:xfrm>
            <a:off x="988938" y="549175"/>
            <a:ext cx="7166100" cy="6312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o" sz="2900">
                <a:solidFill>
                  <a:schemeClr val="lt1"/>
                </a:solidFill>
                <a:latin typeface="Lato Black"/>
                <a:ea typeface="Lato Black"/>
                <a:cs typeface="Lato Black"/>
                <a:sym typeface="Lato Black"/>
              </a:rPr>
              <a:t>Impact of post on different hours interval</a:t>
            </a:r>
            <a:endParaRPr sz="2900">
              <a:solidFill>
                <a:schemeClr val="lt1"/>
              </a:solidFill>
              <a:latin typeface="Lato Black"/>
              <a:ea typeface="Lato Black"/>
              <a:cs typeface="Lato Black"/>
              <a:sym typeface="Lato Black"/>
            </a:endParaRPr>
          </a:p>
        </p:txBody>
      </p:sp>
      <p:pic>
        <p:nvPicPr>
          <p:cNvPr id="250" name="Google Shape;250;p34"/>
          <p:cNvPicPr preferRelativeResize="0"/>
          <p:nvPr/>
        </p:nvPicPr>
        <p:blipFill>
          <a:blip r:embed="rId3">
            <a:alphaModFix/>
          </a:blip>
          <a:stretch>
            <a:fillRect/>
          </a:stretch>
        </p:blipFill>
        <p:spPr>
          <a:xfrm>
            <a:off x="1961963" y="1518564"/>
            <a:ext cx="5220075" cy="2776074"/>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pic>
        <p:nvPicPr>
          <p:cNvPr id="255" name="Google Shape;255;p35"/>
          <p:cNvPicPr preferRelativeResize="0"/>
          <p:nvPr/>
        </p:nvPicPr>
        <p:blipFill>
          <a:blip r:embed="rId3">
            <a:alphaModFix/>
          </a:blip>
          <a:stretch>
            <a:fillRect/>
          </a:stretch>
        </p:blipFill>
        <p:spPr>
          <a:xfrm>
            <a:off x="0" y="285750"/>
            <a:ext cx="9144000" cy="4572000"/>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9" name="Shape 259"/>
        <p:cNvGrpSpPr/>
        <p:nvPr/>
      </p:nvGrpSpPr>
      <p:grpSpPr>
        <a:xfrm>
          <a:off x="0" y="0"/>
          <a:ext cx="0" cy="0"/>
          <a:chOff x="0" y="0"/>
          <a:chExt cx="0" cy="0"/>
        </a:xfrm>
      </p:grpSpPr>
      <p:sp>
        <p:nvSpPr>
          <p:cNvPr id="260" name="Google Shape;260;p36"/>
          <p:cNvSpPr txBox="1"/>
          <p:nvPr>
            <p:ph type="title"/>
          </p:nvPr>
        </p:nvSpPr>
        <p:spPr>
          <a:xfrm>
            <a:off x="1297500" y="393750"/>
            <a:ext cx="7038900" cy="914100"/>
          </a:xfrm>
          <a:prstGeom prst="rect">
            <a:avLst/>
          </a:prstGeom>
        </p:spPr>
        <p:txBody>
          <a:bodyPr anchorCtr="0" anchor="t" bIns="91425" lIns="91425" spcFirstLastPara="1" rIns="91425" wrap="square" tIns="91425">
            <a:normAutofit fontScale="90000"/>
          </a:bodyPr>
          <a:lstStyle/>
          <a:p>
            <a:pPr indent="0" lvl="0" marL="0" rtl="0" algn="l">
              <a:lnSpc>
                <a:spcPct val="115000"/>
              </a:lnSpc>
              <a:spcBef>
                <a:spcPts val="1200"/>
              </a:spcBef>
              <a:spcAft>
                <a:spcPts val="0"/>
              </a:spcAft>
              <a:buNone/>
            </a:pPr>
            <a:r>
              <a:rPr lang="ro" sz="3600">
                <a:latin typeface="Lato Black"/>
                <a:ea typeface="Lato Black"/>
                <a:cs typeface="Lato Black"/>
                <a:sym typeface="Lato Black"/>
              </a:rPr>
              <a:t>Impact of post on different months</a:t>
            </a:r>
            <a:endParaRPr sz="3600">
              <a:latin typeface="Lato Black"/>
              <a:ea typeface="Lato Black"/>
              <a:cs typeface="Lato Black"/>
              <a:sym typeface="Lato Black"/>
            </a:endParaRPr>
          </a:p>
          <a:p>
            <a:pPr indent="0" lvl="0" marL="0" rtl="0" algn="l">
              <a:spcBef>
                <a:spcPts val="1200"/>
              </a:spcBef>
              <a:spcAft>
                <a:spcPts val="0"/>
              </a:spcAft>
              <a:buNone/>
            </a:pPr>
            <a:r>
              <a:t/>
            </a:r>
            <a:endParaRPr/>
          </a:p>
        </p:txBody>
      </p:sp>
      <p:pic>
        <p:nvPicPr>
          <p:cNvPr id="261" name="Google Shape;261;p36"/>
          <p:cNvPicPr preferRelativeResize="0"/>
          <p:nvPr/>
        </p:nvPicPr>
        <p:blipFill>
          <a:blip r:embed="rId3">
            <a:alphaModFix/>
          </a:blip>
          <a:stretch>
            <a:fillRect/>
          </a:stretch>
        </p:blipFill>
        <p:spPr>
          <a:xfrm>
            <a:off x="2020925" y="1307850"/>
            <a:ext cx="5108451" cy="3535200"/>
          </a:xfrm>
          <a:prstGeom prst="rect">
            <a:avLst/>
          </a:prstGeom>
          <a:noFill/>
          <a:ln>
            <a:noFill/>
          </a:ln>
        </p:spPr>
      </p:pic>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7"/>
          <p:cNvPicPr preferRelativeResize="0"/>
          <p:nvPr/>
        </p:nvPicPr>
        <p:blipFill>
          <a:blip r:embed="rId3">
            <a:alphaModFix/>
          </a:blip>
          <a:stretch>
            <a:fillRect/>
          </a:stretch>
        </p:blipFill>
        <p:spPr>
          <a:xfrm>
            <a:off x="0" y="285750"/>
            <a:ext cx="9144000" cy="4572000"/>
          </a:xfrm>
          <a:prstGeom prst="rect">
            <a:avLst/>
          </a:prstGeom>
          <a:noFill/>
          <a:ln>
            <a:noFill/>
          </a:ln>
        </p:spPr>
      </p:pic>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0" name="Shape 270"/>
        <p:cNvGrpSpPr/>
        <p:nvPr/>
      </p:nvGrpSpPr>
      <p:grpSpPr>
        <a:xfrm>
          <a:off x="0" y="0"/>
          <a:ext cx="0" cy="0"/>
          <a:chOff x="0" y="0"/>
          <a:chExt cx="0" cy="0"/>
        </a:xfrm>
      </p:grpSpPr>
      <p:sp>
        <p:nvSpPr>
          <p:cNvPr id="271" name="Google Shape;271;p38"/>
          <p:cNvSpPr txBox="1"/>
          <p:nvPr/>
        </p:nvSpPr>
        <p:spPr>
          <a:xfrm>
            <a:off x="520200" y="206850"/>
            <a:ext cx="8103600" cy="13761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1200"/>
              </a:spcBef>
              <a:spcAft>
                <a:spcPts val="1200"/>
              </a:spcAft>
              <a:buNone/>
            </a:pPr>
            <a:r>
              <a:rPr lang="ro" sz="3600">
                <a:solidFill>
                  <a:schemeClr val="lt1"/>
                </a:solidFill>
                <a:latin typeface="Lato Black"/>
                <a:ea typeface="Lato Black"/>
                <a:cs typeface="Lato Black"/>
                <a:sym typeface="Lato Black"/>
              </a:rPr>
              <a:t>Impact on Lifetime Engaged Users based on post type</a:t>
            </a:r>
            <a:endParaRPr sz="3600">
              <a:solidFill>
                <a:schemeClr val="lt1"/>
              </a:solidFill>
              <a:latin typeface="Lato Black"/>
              <a:ea typeface="Lato Black"/>
              <a:cs typeface="Lato Black"/>
              <a:sym typeface="Lato Black"/>
            </a:endParaRPr>
          </a:p>
        </p:txBody>
      </p:sp>
      <p:sp>
        <p:nvSpPr>
          <p:cNvPr id="272" name="Google Shape;272;p38"/>
          <p:cNvSpPr txBox="1"/>
          <p:nvPr/>
        </p:nvSpPr>
        <p:spPr>
          <a:xfrm>
            <a:off x="1380450" y="4774200"/>
            <a:ext cx="6286200" cy="3693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sz="1200">
                <a:solidFill>
                  <a:schemeClr val="lt1"/>
                </a:solidFill>
                <a:latin typeface="Lato"/>
                <a:ea typeface="Lato"/>
                <a:cs typeface="Lato"/>
                <a:sym typeface="Lato"/>
              </a:rPr>
              <a:t>Lifetime Engaged Users = The number of people who clicked anywhere in a post (UNIQUE).</a:t>
            </a:r>
            <a:endParaRPr b="1" sz="1200">
              <a:solidFill>
                <a:schemeClr val="lt1"/>
              </a:solidFill>
              <a:latin typeface="Lato"/>
              <a:ea typeface="Lato"/>
              <a:cs typeface="Lato"/>
              <a:sym typeface="Lato"/>
            </a:endParaRPr>
          </a:p>
        </p:txBody>
      </p:sp>
      <p:pic>
        <p:nvPicPr>
          <p:cNvPr id="273" name="Google Shape;273;p38"/>
          <p:cNvPicPr preferRelativeResize="0"/>
          <p:nvPr/>
        </p:nvPicPr>
        <p:blipFill>
          <a:blip r:embed="rId3">
            <a:alphaModFix/>
          </a:blip>
          <a:stretch>
            <a:fillRect/>
          </a:stretch>
        </p:blipFill>
        <p:spPr>
          <a:xfrm>
            <a:off x="2554513" y="1582950"/>
            <a:ext cx="4034984" cy="2886449"/>
          </a:xfrm>
          <a:prstGeom prst="rect">
            <a:avLst/>
          </a:prstGeom>
          <a:noFill/>
          <a:ln>
            <a:noFill/>
          </a:ln>
        </p:spPr>
      </p:pic>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39"/>
          <p:cNvPicPr preferRelativeResize="0"/>
          <p:nvPr/>
        </p:nvPicPr>
        <p:blipFill>
          <a:blip r:embed="rId3">
            <a:alphaModFix/>
          </a:blip>
          <a:stretch>
            <a:fillRect/>
          </a:stretch>
        </p:blipFill>
        <p:spPr>
          <a:xfrm>
            <a:off x="0" y="219375"/>
            <a:ext cx="9144000" cy="4572000"/>
          </a:xfrm>
          <a:prstGeom prst="rect">
            <a:avLst/>
          </a:prstGeom>
          <a:noFill/>
          <a:ln>
            <a:noFill/>
          </a:ln>
        </p:spPr>
      </p:pic>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2" name="Shape 282"/>
        <p:cNvGrpSpPr/>
        <p:nvPr/>
      </p:nvGrpSpPr>
      <p:grpSpPr>
        <a:xfrm>
          <a:off x="0" y="0"/>
          <a:ext cx="0" cy="0"/>
          <a:chOff x="0" y="0"/>
          <a:chExt cx="0" cy="0"/>
        </a:xfrm>
      </p:grpSpPr>
      <p:sp>
        <p:nvSpPr>
          <p:cNvPr id="283" name="Google Shape;283;p40"/>
          <p:cNvSpPr txBox="1"/>
          <p:nvPr/>
        </p:nvSpPr>
        <p:spPr>
          <a:xfrm>
            <a:off x="2897700" y="455400"/>
            <a:ext cx="3348600" cy="7695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1200"/>
              </a:spcAft>
              <a:buNone/>
            </a:pPr>
            <a:r>
              <a:rPr lang="ro" sz="3800">
                <a:solidFill>
                  <a:schemeClr val="lt1"/>
                </a:solidFill>
                <a:latin typeface="Lato Black"/>
                <a:ea typeface="Lato Black"/>
                <a:cs typeface="Lato Black"/>
                <a:sym typeface="Lato Black"/>
              </a:rPr>
              <a:t>Brand loyalty</a:t>
            </a:r>
            <a:endParaRPr sz="3800">
              <a:solidFill>
                <a:schemeClr val="lt1"/>
              </a:solidFill>
              <a:latin typeface="Lato Black"/>
              <a:ea typeface="Lato Black"/>
              <a:cs typeface="Lato Black"/>
              <a:sym typeface="Lato Black"/>
            </a:endParaRPr>
          </a:p>
        </p:txBody>
      </p:sp>
      <p:sp>
        <p:nvSpPr>
          <p:cNvPr id="284" name="Google Shape;284;p40"/>
          <p:cNvSpPr txBox="1"/>
          <p:nvPr/>
        </p:nvSpPr>
        <p:spPr>
          <a:xfrm>
            <a:off x="480000" y="4353175"/>
            <a:ext cx="8184000" cy="615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b="1" lang="ro">
                <a:solidFill>
                  <a:schemeClr val="lt1"/>
                </a:solidFill>
                <a:latin typeface="Lato"/>
                <a:ea typeface="Lato"/>
                <a:cs typeface="Lato"/>
                <a:sym typeface="Lato"/>
              </a:rPr>
              <a:t>Brand Loyalty = Page total likes compared with Lifetime people who have liked a page and engaged with a  post compared with post likes</a:t>
            </a:r>
            <a:endParaRPr b="1">
              <a:solidFill>
                <a:schemeClr val="lt1"/>
              </a:solidFill>
              <a:latin typeface="Lato"/>
              <a:ea typeface="Lato"/>
              <a:cs typeface="Lato"/>
              <a:sym typeface="Lato"/>
            </a:endParaRPr>
          </a:p>
        </p:txBody>
      </p:sp>
      <p:pic>
        <p:nvPicPr>
          <p:cNvPr id="285" name="Google Shape;285;p40"/>
          <p:cNvPicPr preferRelativeResize="0"/>
          <p:nvPr/>
        </p:nvPicPr>
        <p:blipFill>
          <a:blip r:embed="rId3">
            <a:alphaModFix/>
          </a:blip>
          <a:stretch>
            <a:fillRect/>
          </a:stretch>
        </p:blipFill>
        <p:spPr>
          <a:xfrm>
            <a:off x="1292026" y="1430875"/>
            <a:ext cx="6559952" cy="2496876"/>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9" name="Shape 289"/>
        <p:cNvGrpSpPr/>
        <p:nvPr/>
      </p:nvGrpSpPr>
      <p:grpSpPr>
        <a:xfrm>
          <a:off x="0" y="0"/>
          <a:ext cx="0" cy="0"/>
          <a:chOff x="0" y="0"/>
          <a:chExt cx="0" cy="0"/>
        </a:xfrm>
      </p:grpSpPr>
      <p:sp>
        <p:nvSpPr>
          <p:cNvPr id="290" name="Google Shape;290;p41"/>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91" name="Google Shape;291;p41"/>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92" name="Google Shape;292;p41"/>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293" name="Google Shape;293;p41"/>
          <p:cNvPicPr preferRelativeResize="0"/>
          <p:nvPr/>
        </p:nvPicPr>
        <p:blipFill>
          <a:blip r:embed="rId3">
            <a:alphaModFix/>
          </a:blip>
          <a:stretch>
            <a:fillRect/>
          </a:stretch>
        </p:blipFill>
        <p:spPr>
          <a:xfrm>
            <a:off x="0" y="285750"/>
            <a:ext cx="9144000" cy="4572000"/>
          </a:xfrm>
          <a:prstGeom prst="rect">
            <a:avLst/>
          </a:prstGeom>
          <a:noFill/>
          <a:ln>
            <a:noFill/>
          </a:ln>
        </p:spPr>
      </p:pic>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7" name="Shape 297"/>
        <p:cNvGrpSpPr/>
        <p:nvPr/>
      </p:nvGrpSpPr>
      <p:grpSpPr>
        <a:xfrm>
          <a:off x="0" y="0"/>
          <a:ext cx="0" cy="0"/>
          <a:chOff x="0" y="0"/>
          <a:chExt cx="0" cy="0"/>
        </a:xfrm>
      </p:grpSpPr>
      <p:sp>
        <p:nvSpPr>
          <p:cNvPr id="298" name="Google Shape;298;p42"/>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299" name="Google Shape;299;p42"/>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0" name="Google Shape;300;p42"/>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1" name="Google Shape;301;p42"/>
          <p:cNvPicPr preferRelativeResize="0"/>
          <p:nvPr/>
        </p:nvPicPr>
        <p:blipFill>
          <a:blip r:embed="rId3">
            <a:alphaModFix/>
          </a:blip>
          <a:stretch>
            <a:fillRect/>
          </a:stretch>
        </p:blipFill>
        <p:spPr>
          <a:xfrm>
            <a:off x="0" y="285750"/>
            <a:ext cx="9144000" cy="457200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type="title"/>
          </p:nvPr>
        </p:nvSpPr>
        <p:spPr>
          <a:xfrm>
            <a:off x="1297500" y="1658325"/>
            <a:ext cx="3036300" cy="1751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7" name="Google Shape;307;p43"/>
          <p:cNvSpPr txBox="1"/>
          <p:nvPr>
            <p:ph idx="1" type="subTitle"/>
          </p:nvPr>
        </p:nvSpPr>
        <p:spPr>
          <a:xfrm>
            <a:off x="1297500" y="3538000"/>
            <a:ext cx="3036300" cy="506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308" name="Google Shape;308;p43"/>
          <p:cNvSpPr txBox="1"/>
          <p:nvPr>
            <p:ph idx="2" type="body"/>
          </p:nvPr>
        </p:nvSpPr>
        <p:spPr>
          <a:xfrm>
            <a:off x="4648200" y="1696600"/>
            <a:ext cx="3676800" cy="2347500"/>
          </a:xfrm>
          <a:prstGeom prst="rect">
            <a:avLst/>
          </a:prstGeom>
        </p:spPr>
        <p:txBody>
          <a:bodyPr anchorCtr="0" anchor="t" bIns="91425" lIns="91425" spcFirstLastPara="1" rIns="91425" wrap="square" tIns="91425">
            <a:normAutofit/>
          </a:bodyPr>
          <a:lstStyle/>
          <a:p>
            <a:pPr indent="0" lvl="0" marL="0" rtl="0" algn="l">
              <a:spcBef>
                <a:spcPts val="0"/>
              </a:spcBef>
              <a:spcAft>
                <a:spcPts val="1200"/>
              </a:spcAft>
              <a:buNone/>
            </a:pPr>
            <a:r>
              <a:t/>
            </a:r>
            <a:endParaRPr/>
          </a:p>
        </p:txBody>
      </p:sp>
      <p:pic>
        <p:nvPicPr>
          <p:cNvPr id="309" name="Google Shape;309;p43"/>
          <p:cNvPicPr preferRelativeResize="0"/>
          <p:nvPr/>
        </p:nvPicPr>
        <p:blipFill>
          <a:blip r:embed="rId3">
            <a:alphaModFix/>
          </a:blip>
          <a:stretch>
            <a:fillRect/>
          </a:stretch>
        </p:blipFill>
        <p:spPr>
          <a:xfrm>
            <a:off x="0" y="285750"/>
            <a:ext cx="9144000" cy="4572000"/>
          </a:xfrm>
          <a:prstGeom prst="rect">
            <a:avLst/>
          </a:prstGeom>
          <a:noFill/>
          <a:ln>
            <a:noFill/>
          </a:ln>
        </p:spPr>
      </p:pic>
    </p:spTree>
  </p:cSld>
  <p:clrMapOvr>
    <a:masterClrMapping/>
  </p:clrMapOvr>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3" name="Shape 313"/>
        <p:cNvGrpSpPr/>
        <p:nvPr/>
      </p:nvGrpSpPr>
      <p:grpSpPr>
        <a:xfrm>
          <a:off x="0" y="0"/>
          <a:ext cx="0" cy="0"/>
          <a:chOff x="0" y="0"/>
          <a:chExt cx="0" cy="0"/>
        </a:xfrm>
      </p:grpSpPr>
      <p:pic>
        <p:nvPicPr>
          <p:cNvPr id="314" name="Google Shape;314;p44"/>
          <p:cNvPicPr preferRelativeResize="0"/>
          <p:nvPr/>
        </p:nvPicPr>
        <p:blipFill>
          <a:blip r:embed="rId3">
            <a:alphaModFix/>
          </a:blip>
          <a:stretch>
            <a:fillRect/>
          </a:stretch>
        </p:blipFill>
        <p:spPr>
          <a:xfrm>
            <a:off x="0" y="246150"/>
            <a:ext cx="9144000" cy="4572000"/>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8" name="Shape 318"/>
        <p:cNvGrpSpPr/>
        <p:nvPr/>
      </p:nvGrpSpPr>
      <p:grpSpPr>
        <a:xfrm>
          <a:off x="0" y="0"/>
          <a:ext cx="0" cy="0"/>
          <a:chOff x="0" y="0"/>
          <a:chExt cx="0" cy="0"/>
        </a:xfrm>
      </p:grpSpPr>
      <p:sp>
        <p:nvSpPr>
          <p:cNvPr id="319" name="Google Shape;319;p45"/>
          <p:cNvSpPr txBox="1"/>
          <p:nvPr>
            <p:ph type="title"/>
          </p:nvPr>
        </p:nvSpPr>
        <p:spPr>
          <a:xfrm>
            <a:off x="3580800" y="678475"/>
            <a:ext cx="1982400" cy="5061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ro"/>
              <a:t>Bibliography</a:t>
            </a:r>
            <a:endParaRPr/>
          </a:p>
        </p:txBody>
      </p:sp>
      <p:sp>
        <p:nvSpPr>
          <p:cNvPr id="320" name="Google Shape;320;p45"/>
          <p:cNvSpPr txBox="1"/>
          <p:nvPr/>
        </p:nvSpPr>
        <p:spPr>
          <a:xfrm>
            <a:off x="1403850" y="1634350"/>
            <a:ext cx="6336300" cy="14775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ro">
                <a:solidFill>
                  <a:schemeClr val="lt1"/>
                </a:solidFill>
                <a:latin typeface="Lato"/>
                <a:ea typeface="Lato"/>
                <a:cs typeface="Lato"/>
                <a:sym typeface="Lato"/>
              </a:rPr>
              <a:t>1. </a:t>
            </a:r>
            <a:r>
              <a:rPr i="1" lang="ro">
                <a:solidFill>
                  <a:schemeClr val="lt1"/>
                </a:solidFill>
                <a:latin typeface="Lato"/>
                <a:ea typeface="Lato"/>
                <a:cs typeface="Lato"/>
                <a:sym typeface="Lato"/>
              </a:rPr>
              <a:t>Predicting social media performance metrics and evaluation of the impact on brand building: A data mining approach</a:t>
            </a:r>
            <a:r>
              <a:rPr lang="ro">
                <a:solidFill>
                  <a:schemeClr val="lt1"/>
                </a:solidFill>
                <a:latin typeface="Lato"/>
                <a:ea typeface="Lato"/>
                <a:cs typeface="Lato"/>
                <a:sym typeface="Lato"/>
              </a:rPr>
              <a:t>, Sérgio Moro, Paulo Rita, Bernardo Vala </a:t>
            </a:r>
            <a:endParaRPr>
              <a:solidFill>
                <a:schemeClr val="lt1"/>
              </a:solidFill>
              <a:latin typeface="Lato"/>
              <a:ea typeface="Lato"/>
              <a:cs typeface="Lato"/>
              <a:sym typeface="Lato"/>
            </a:endParaRPr>
          </a:p>
          <a:p>
            <a:pPr indent="0" lvl="0" marL="0" rtl="0" algn="l">
              <a:spcBef>
                <a:spcPts val="0"/>
              </a:spcBef>
              <a:spcAft>
                <a:spcPts val="0"/>
              </a:spcAft>
              <a:buNone/>
            </a:pPr>
            <a:r>
              <a:t/>
            </a:r>
            <a:endParaRPr>
              <a:solidFill>
                <a:schemeClr val="lt1"/>
              </a:solidFill>
              <a:latin typeface="Lato"/>
              <a:ea typeface="Lato"/>
              <a:cs typeface="Lato"/>
              <a:sym typeface="Lato"/>
            </a:endParaRPr>
          </a:p>
          <a:p>
            <a:pPr indent="0" lvl="0" marL="0" rtl="0" algn="l">
              <a:spcBef>
                <a:spcPts val="0"/>
              </a:spcBef>
              <a:spcAft>
                <a:spcPts val="0"/>
              </a:spcAft>
              <a:buNone/>
            </a:pPr>
            <a:r>
              <a:rPr lang="ro">
                <a:solidFill>
                  <a:schemeClr val="lt1"/>
                </a:solidFill>
                <a:latin typeface="Lato"/>
                <a:ea typeface="Lato"/>
                <a:cs typeface="Lato"/>
                <a:sym typeface="Lato"/>
              </a:rPr>
              <a:t>2. </a:t>
            </a:r>
            <a:r>
              <a:rPr lang="ro" u="sng">
                <a:solidFill>
                  <a:schemeClr val="accent5"/>
                </a:solidFill>
                <a:latin typeface="Lato"/>
                <a:ea typeface="Lato"/>
                <a:cs typeface="Lato"/>
                <a:sym typeface="Lato"/>
                <a:hlinkClick r:id="rId3">
                  <a:extLst>
                    <a:ext uri="{A12FA001-AC4F-418D-AE19-62706E023703}">
                      <ahyp:hlinkClr val="tx"/>
                    </a:ext>
                  </a:extLst>
                </a:hlinkClick>
              </a:rPr>
              <a:t>https://pandas.pydata.org/docs</a:t>
            </a:r>
            <a:r>
              <a:rPr lang="ro">
                <a:solidFill>
                  <a:schemeClr val="lt1"/>
                </a:solidFill>
                <a:latin typeface="Lato"/>
                <a:ea typeface="Lato"/>
                <a:cs typeface="Lato"/>
                <a:sym typeface="Lato"/>
              </a:rPr>
              <a:t>/</a:t>
            </a:r>
            <a:endParaRPr>
              <a:solidFill>
                <a:schemeClr val="lt1"/>
              </a:solidFill>
              <a:latin typeface="Lato"/>
              <a:ea typeface="Lato"/>
              <a:cs typeface="Lato"/>
              <a:sym typeface="Lato"/>
            </a:endParaRPr>
          </a:p>
          <a:p>
            <a:pPr indent="0" lvl="0" marL="0" rtl="0" algn="l">
              <a:spcBef>
                <a:spcPts val="0"/>
              </a:spcBef>
              <a:spcAft>
                <a:spcPts val="0"/>
              </a:spcAft>
              <a:buNone/>
            </a:pPr>
            <a:r>
              <a:t/>
            </a:r>
            <a:endParaRPr>
              <a:solidFill>
                <a:schemeClr val="lt1"/>
              </a:solidFill>
              <a:latin typeface="Lato"/>
              <a:ea typeface="Lato"/>
              <a:cs typeface="Lato"/>
              <a:sym typeface="Lato"/>
            </a:endParaRPr>
          </a:p>
          <a:p>
            <a:pPr indent="0" lvl="0" marL="0" rtl="0" algn="l">
              <a:spcBef>
                <a:spcPts val="0"/>
              </a:spcBef>
              <a:spcAft>
                <a:spcPts val="0"/>
              </a:spcAft>
              <a:buNone/>
            </a:pPr>
            <a:r>
              <a:rPr lang="ro">
                <a:solidFill>
                  <a:schemeClr val="lt1"/>
                </a:solidFill>
                <a:latin typeface="Lato"/>
                <a:ea typeface="Lato"/>
                <a:cs typeface="Lato"/>
                <a:sym typeface="Lato"/>
              </a:rPr>
              <a:t>3. </a:t>
            </a:r>
            <a:r>
              <a:rPr lang="ro" u="sng">
                <a:solidFill>
                  <a:schemeClr val="hlink"/>
                </a:solidFill>
                <a:latin typeface="Lato"/>
                <a:ea typeface="Lato"/>
                <a:cs typeface="Lato"/>
                <a:sym typeface="Lato"/>
                <a:hlinkClick r:id="rId4"/>
              </a:rPr>
              <a:t>https://matplotlib.org/stable/index.html</a:t>
            </a:r>
            <a:endParaRPr>
              <a:solidFill>
                <a:schemeClr val="lt1"/>
              </a:solidFill>
              <a:latin typeface="Lato"/>
              <a:ea typeface="Lato"/>
              <a:cs typeface="Lato"/>
              <a:sym typeface="Lato"/>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Focus">
  <a:themeElements>
    <a:clrScheme name="Focus">
      <a:dk1>
        <a:srgbClr val="1B212C"/>
      </a:dk1>
      <a:lt1>
        <a:srgbClr val="FFFFFF"/>
      </a:lt1>
      <a:dk2>
        <a:srgbClr val="D9D9D9"/>
      </a:dk2>
      <a:lt2>
        <a:srgbClr val="82C7A5"/>
      </a:lt2>
      <a:accent1>
        <a:srgbClr val="0145AC"/>
      </a:accent1>
      <a:accent2>
        <a:srgbClr val="EECE1A"/>
      </a:accent2>
      <a:accent3>
        <a:srgbClr val="4E5567"/>
      </a:accent3>
      <a:accent4>
        <a:srgbClr val="F4D6AD"/>
      </a:accent4>
      <a:accent5>
        <a:srgbClr val="7890CD"/>
      </a:accent5>
      <a:accent6>
        <a:srgbClr val="F15E22"/>
      </a:accent6>
      <a:hlink>
        <a:srgbClr val="7890CD"/>
      </a:hlink>
      <a:folHlink>
        <a:srgbClr val="7890C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